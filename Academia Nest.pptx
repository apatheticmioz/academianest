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66" r:id="rId3"/>
    <p:sldId id="257" r:id="rId4"/>
    <p:sldId id="258" r:id="rId5"/>
    <p:sldId id="259" r:id="rId6"/>
    <p:sldId id="260" r:id="rId7"/>
    <p:sldId id="265" r:id="rId8"/>
    <p:sldId id="261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2DDADC2-7744-4A83-B98B-0E4F081FCE99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4EEF05A-2848-4779-99BD-012CE33D1FB4}">
      <dgm:prSet/>
      <dgm:spPr/>
      <dgm:t>
        <a:bodyPr/>
        <a:lstStyle/>
        <a:p>
          <a:r>
            <a:rPr lang="en-US" dirty="0"/>
            <a:t>Educational content</a:t>
          </a:r>
        </a:p>
      </dgm:t>
    </dgm:pt>
    <dgm:pt modelId="{32C23F91-6C10-4E5D-B214-BE92C0B686B4}" type="parTrans" cxnId="{04700826-B930-4FF3-9E02-FCFEF8881383}">
      <dgm:prSet/>
      <dgm:spPr/>
      <dgm:t>
        <a:bodyPr/>
        <a:lstStyle/>
        <a:p>
          <a:endParaRPr lang="en-US"/>
        </a:p>
      </dgm:t>
    </dgm:pt>
    <dgm:pt modelId="{CD56C448-F9A8-455F-B1B0-1F6CF443ED93}" type="sibTrans" cxnId="{04700826-B930-4FF3-9E02-FCFEF8881383}">
      <dgm:prSet/>
      <dgm:spPr/>
      <dgm:t>
        <a:bodyPr/>
        <a:lstStyle/>
        <a:p>
          <a:endParaRPr lang="en-US"/>
        </a:p>
      </dgm:t>
    </dgm:pt>
    <dgm:pt modelId="{D5C088B8-1EE7-4A37-950E-94794CCB82F8}">
      <dgm:prSet/>
      <dgm:spPr/>
      <dgm:t>
        <a:bodyPr/>
        <a:lstStyle/>
        <a:p>
          <a:r>
            <a:rPr lang="en-US" dirty="0"/>
            <a:t>Anywhere, anytime</a:t>
          </a:r>
        </a:p>
      </dgm:t>
    </dgm:pt>
    <dgm:pt modelId="{AC39A2D0-3BC7-42B3-94C4-7C4D256D88DC}" type="parTrans" cxnId="{6852D7C6-AE95-49F3-A8CB-422AB05ED68A}">
      <dgm:prSet/>
      <dgm:spPr/>
      <dgm:t>
        <a:bodyPr/>
        <a:lstStyle/>
        <a:p>
          <a:endParaRPr lang="en-US"/>
        </a:p>
      </dgm:t>
    </dgm:pt>
    <dgm:pt modelId="{0F4163BE-5983-45F3-B663-268C9D1B7D68}" type="sibTrans" cxnId="{6852D7C6-AE95-49F3-A8CB-422AB05ED68A}">
      <dgm:prSet/>
      <dgm:spPr/>
      <dgm:t>
        <a:bodyPr/>
        <a:lstStyle/>
        <a:p>
          <a:endParaRPr lang="en-US"/>
        </a:p>
      </dgm:t>
    </dgm:pt>
    <dgm:pt modelId="{2A6513A5-A918-4B7F-85FD-814C8FCE30BC}">
      <dgm:prSet/>
      <dgm:spPr/>
      <dgm:t>
        <a:bodyPr/>
        <a:lstStyle/>
        <a:p>
          <a:r>
            <a:rPr lang="en-US" dirty="0"/>
            <a:t>Contact experienced teachers</a:t>
          </a:r>
        </a:p>
      </dgm:t>
    </dgm:pt>
    <dgm:pt modelId="{64026E14-827D-4963-97A5-1AAF815793F6}" type="parTrans" cxnId="{122FCD8D-35DD-4DFE-8E7B-061A6D86EF1E}">
      <dgm:prSet/>
      <dgm:spPr/>
      <dgm:t>
        <a:bodyPr/>
        <a:lstStyle/>
        <a:p>
          <a:endParaRPr lang="en-US"/>
        </a:p>
      </dgm:t>
    </dgm:pt>
    <dgm:pt modelId="{35E5D2F0-B9D2-466F-B1D6-C9F34F1C73B7}" type="sibTrans" cxnId="{122FCD8D-35DD-4DFE-8E7B-061A6D86EF1E}">
      <dgm:prSet/>
      <dgm:spPr/>
      <dgm:t>
        <a:bodyPr/>
        <a:lstStyle/>
        <a:p>
          <a:endParaRPr lang="en-US"/>
        </a:p>
      </dgm:t>
    </dgm:pt>
    <dgm:pt modelId="{A7EF4AD0-6933-4AC7-9CB2-1BA1EFF591C2}" type="pres">
      <dgm:prSet presAssocID="{12DDADC2-7744-4A83-B98B-0E4F081FCE9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9EB4F19-D757-44FA-8930-4D9389D65ECB}" type="pres">
      <dgm:prSet presAssocID="{A4EEF05A-2848-4779-99BD-012CE33D1FB4}" presName="hierRoot1" presStyleCnt="0"/>
      <dgm:spPr/>
    </dgm:pt>
    <dgm:pt modelId="{DB587545-5D40-4D41-916C-CC3B28F03E76}" type="pres">
      <dgm:prSet presAssocID="{A4EEF05A-2848-4779-99BD-012CE33D1FB4}" presName="composite" presStyleCnt="0"/>
      <dgm:spPr/>
    </dgm:pt>
    <dgm:pt modelId="{1AF57BDD-927E-4380-A304-E06305B1139B}" type="pres">
      <dgm:prSet presAssocID="{A4EEF05A-2848-4779-99BD-012CE33D1FB4}" presName="background" presStyleLbl="node0" presStyleIdx="0" presStyleCnt="3"/>
      <dgm:spPr/>
    </dgm:pt>
    <dgm:pt modelId="{D2FF1DED-340A-43AF-8FA9-C2A30751B000}" type="pres">
      <dgm:prSet presAssocID="{A4EEF05A-2848-4779-99BD-012CE33D1FB4}" presName="text" presStyleLbl="fgAcc0" presStyleIdx="0" presStyleCnt="3">
        <dgm:presLayoutVars>
          <dgm:chPref val="3"/>
        </dgm:presLayoutVars>
      </dgm:prSet>
      <dgm:spPr/>
    </dgm:pt>
    <dgm:pt modelId="{A37C39BB-4C47-4511-A4A3-08A7E970F835}" type="pres">
      <dgm:prSet presAssocID="{A4EEF05A-2848-4779-99BD-012CE33D1FB4}" presName="hierChild2" presStyleCnt="0"/>
      <dgm:spPr/>
    </dgm:pt>
    <dgm:pt modelId="{227C01BD-A004-4E8A-9DB7-3E2064C53E25}" type="pres">
      <dgm:prSet presAssocID="{D5C088B8-1EE7-4A37-950E-94794CCB82F8}" presName="hierRoot1" presStyleCnt="0"/>
      <dgm:spPr/>
    </dgm:pt>
    <dgm:pt modelId="{8B95A147-9440-4052-A52C-44616EC1FECE}" type="pres">
      <dgm:prSet presAssocID="{D5C088B8-1EE7-4A37-950E-94794CCB82F8}" presName="composite" presStyleCnt="0"/>
      <dgm:spPr/>
    </dgm:pt>
    <dgm:pt modelId="{A3C4F58D-248C-49E1-92C0-10648250B6FB}" type="pres">
      <dgm:prSet presAssocID="{D5C088B8-1EE7-4A37-950E-94794CCB82F8}" presName="background" presStyleLbl="node0" presStyleIdx="1" presStyleCnt="3"/>
      <dgm:spPr/>
    </dgm:pt>
    <dgm:pt modelId="{2AC597BB-3F6C-4AD5-8A04-B91F85E178E9}" type="pres">
      <dgm:prSet presAssocID="{D5C088B8-1EE7-4A37-950E-94794CCB82F8}" presName="text" presStyleLbl="fgAcc0" presStyleIdx="1" presStyleCnt="3">
        <dgm:presLayoutVars>
          <dgm:chPref val="3"/>
        </dgm:presLayoutVars>
      </dgm:prSet>
      <dgm:spPr/>
    </dgm:pt>
    <dgm:pt modelId="{DE85D785-062F-438D-A539-AFDBE0B756F7}" type="pres">
      <dgm:prSet presAssocID="{D5C088B8-1EE7-4A37-950E-94794CCB82F8}" presName="hierChild2" presStyleCnt="0"/>
      <dgm:spPr/>
    </dgm:pt>
    <dgm:pt modelId="{C816A885-E1D4-432E-B2E0-DD8EF3503F27}" type="pres">
      <dgm:prSet presAssocID="{2A6513A5-A918-4B7F-85FD-814C8FCE30BC}" presName="hierRoot1" presStyleCnt="0"/>
      <dgm:spPr/>
    </dgm:pt>
    <dgm:pt modelId="{12F3C3F4-AB79-4EBE-9FB9-20E06F3864A0}" type="pres">
      <dgm:prSet presAssocID="{2A6513A5-A918-4B7F-85FD-814C8FCE30BC}" presName="composite" presStyleCnt="0"/>
      <dgm:spPr/>
    </dgm:pt>
    <dgm:pt modelId="{7B55BBDB-FCEC-4014-AC2B-4B1F408AF1B2}" type="pres">
      <dgm:prSet presAssocID="{2A6513A5-A918-4B7F-85FD-814C8FCE30BC}" presName="background" presStyleLbl="node0" presStyleIdx="2" presStyleCnt="3"/>
      <dgm:spPr/>
    </dgm:pt>
    <dgm:pt modelId="{E8AAB740-A10F-4EF8-905A-51EDF53D428B}" type="pres">
      <dgm:prSet presAssocID="{2A6513A5-A918-4B7F-85FD-814C8FCE30BC}" presName="text" presStyleLbl="fgAcc0" presStyleIdx="2" presStyleCnt="3">
        <dgm:presLayoutVars>
          <dgm:chPref val="3"/>
        </dgm:presLayoutVars>
      </dgm:prSet>
      <dgm:spPr/>
    </dgm:pt>
    <dgm:pt modelId="{CB097B09-941F-4792-8800-D0C42238FEDA}" type="pres">
      <dgm:prSet presAssocID="{2A6513A5-A918-4B7F-85FD-814C8FCE30BC}" presName="hierChild2" presStyleCnt="0"/>
      <dgm:spPr/>
    </dgm:pt>
  </dgm:ptLst>
  <dgm:cxnLst>
    <dgm:cxn modelId="{04700826-B930-4FF3-9E02-FCFEF8881383}" srcId="{12DDADC2-7744-4A83-B98B-0E4F081FCE99}" destId="{A4EEF05A-2848-4779-99BD-012CE33D1FB4}" srcOrd="0" destOrd="0" parTransId="{32C23F91-6C10-4E5D-B214-BE92C0B686B4}" sibTransId="{CD56C448-F9A8-455F-B1B0-1F6CF443ED93}"/>
    <dgm:cxn modelId="{979BC985-D422-445F-83FA-6EF9BFE578BF}" type="presOf" srcId="{12DDADC2-7744-4A83-B98B-0E4F081FCE99}" destId="{A7EF4AD0-6933-4AC7-9CB2-1BA1EFF591C2}" srcOrd="0" destOrd="0" presId="urn:microsoft.com/office/officeart/2005/8/layout/hierarchy1"/>
    <dgm:cxn modelId="{122FCD8D-35DD-4DFE-8E7B-061A6D86EF1E}" srcId="{12DDADC2-7744-4A83-B98B-0E4F081FCE99}" destId="{2A6513A5-A918-4B7F-85FD-814C8FCE30BC}" srcOrd="2" destOrd="0" parTransId="{64026E14-827D-4963-97A5-1AAF815793F6}" sibTransId="{35E5D2F0-B9D2-466F-B1D6-C9F34F1C73B7}"/>
    <dgm:cxn modelId="{22F2D2A0-52DD-4746-9418-B6136839E1D2}" type="presOf" srcId="{2A6513A5-A918-4B7F-85FD-814C8FCE30BC}" destId="{E8AAB740-A10F-4EF8-905A-51EDF53D428B}" srcOrd="0" destOrd="0" presId="urn:microsoft.com/office/officeart/2005/8/layout/hierarchy1"/>
    <dgm:cxn modelId="{E45210A7-ACF1-4DD2-AD54-E95AB6AC7714}" type="presOf" srcId="{A4EEF05A-2848-4779-99BD-012CE33D1FB4}" destId="{D2FF1DED-340A-43AF-8FA9-C2A30751B000}" srcOrd="0" destOrd="0" presId="urn:microsoft.com/office/officeart/2005/8/layout/hierarchy1"/>
    <dgm:cxn modelId="{6852D7C6-AE95-49F3-A8CB-422AB05ED68A}" srcId="{12DDADC2-7744-4A83-B98B-0E4F081FCE99}" destId="{D5C088B8-1EE7-4A37-950E-94794CCB82F8}" srcOrd="1" destOrd="0" parTransId="{AC39A2D0-3BC7-42B3-94C4-7C4D256D88DC}" sibTransId="{0F4163BE-5983-45F3-B663-268C9D1B7D68}"/>
    <dgm:cxn modelId="{9BBA54FB-355D-4055-A4E8-800BBB715125}" type="presOf" srcId="{D5C088B8-1EE7-4A37-950E-94794CCB82F8}" destId="{2AC597BB-3F6C-4AD5-8A04-B91F85E178E9}" srcOrd="0" destOrd="0" presId="urn:microsoft.com/office/officeart/2005/8/layout/hierarchy1"/>
    <dgm:cxn modelId="{38E50105-5D83-4801-8FEA-D7CA100DD831}" type="presParOf" srcId="{A7EF4AD0-6933-4AC7-9CB2-1BA1EFF591C2}" destId="{89EB4F19-D757-44FA-8930-4D9389D65ECB}" srcOrd="0" destOrd="0" presId="urn:microsoft.com/office/officeart/2005/8/layout/hierarchy1"/>
    <dgm:cxn modelId="{370414E8-0013-4919-B15D-6418E12435A2}" type="presParOf" srcId="{89EB4F19-D757-44FA-8930-4D9389D65ECB}" destId="{DB587545-5D40-4D41-916C-CC3B28F03E76}" srcOrd="0" destOrd="0" presId="urn:microsoft.com/office/officeart/2005/8/layout/hierarchy1"/>
    <dgm:cxn modelId="{F4E42748-BF73-4D30-8A70-CD4FE112D22C}" type="presParOf" srcId="{DB587545-5D40-4D41-916C-CC3B28F03E76}" destId="{1AF57BDD-927E-4380-A304-E06305B1139B}" srcOrd="0" destOrd="0" presId="urn:microsoft.com/office/officeart/2005/8/layout/hierarchy1"/>
    <dgm:cxn modelId="{0D88D9A8-864C-48ED-9BD5-DC41C721FCEA}" type="presParOf" srcId="{DB587545-5D40-4D41-916C-CC3B28F03E76}" destId="{D2FF1DED-340A-43AF-8FA9-C2A30751B000}" srcOrd="1" destOrd="0" presId="urn:microsoft.com/office/officeart/2005/8/layout/hierarchy1"/>
    <dgm:cxn modelId="{ADE66A68-EECC-48B9-80CE-8A836E2DCCE7}" type="presParOf" srcId="{89EB4F19-D757-44FA-8930-4D9389D65ECB}" destId="{A37C39BB-4C47-4511-A4A3-08A7E970F835}" srcOrd="1" destOrd="0" presId="urn:microsoft.com/office/officeart/2005/8/layout/hierarchy1"/>
    <dgm:cxn modelId="{706E983A-F077-4118-AB09-AC1DB23AD587}" type="presParOf" srcId="{A7EF4AD0-6933-4AC7-9CB2-1BA1EFF591C2}" destId="{227C01BD-A004-4E8A-9DB7-3E2064C53E25}" srcOrd="1" destOrd="0" presId="urn:microsoft.com/office/officeart/2005/8/layout/hierarchy1"/>
    <dgm:cxn modelId="{C35ABAA7-DE52-4CBF-AC68-38DFAA629F9F}" type="presParOf" srcId="{227C01BD-A004-4E8A-9DB7-3E2064C53E25}" destId="{8B95A147-9440-4052-A52C-44616EC1FECE}" srcOrd="0" destOrd="0" presId="urn:microsoft.com/office/officeart/2005/8/layout/hierarchy1"/>
    <dgm:cxn modelId="{57051C0A-F1E6-41C7-945D-B55FDF270301}" type="presParOf" srcId="{8B95A147-9440-4052-A52C-44616EC1FECE}" destId="{A3C4F58D-248C-49E1-92C0-10648250B6FB}" srcOrd="0" destOrd="0" presId="urn:microsoft.com/office/officeart/2005/8/layout/hierarchy1"/>
    <dgm:cxn modelId="{126F255E-3CAB-49FF-850C-FBAA3F1A4654}" type="presParOf" srcId="{8B95A147-9440-4052-A52C-44616EC1FECE}" destId="{2AC597BB-3F6C-4AD5-8A04-B91F85E178E9}" srcOrd="1" destOrd="0" presId="urn:microsoft.com/office/officeart/2005/8/layout/hierarchy1"/>
    <dgm:cxn modelId="{731F11DA-61F1-4165-96D8-DF2CB58CBE11}" type="presParOf" srcId="{227C01BD-A004-4E8A-9DB7-3E2064C53E25}" destId="{DE85D785-062F-438D-A539-AFDBE0B756F7}" srcOrd="1" destOrd="0" presId="urn:microsoft.com/office/officeart/2005/8/layout/hierarchy1"/>
    <dgm:cxn modelId="{C55BBD67-C4EB-47AA-89B3-D9FE2DF38D26}" type="presParOf" srcId="{A7EF4AD0-6933-4AC7-9CB2-1BA1EFF591C2}" destId="{C816A885-E1D4-432E-B2E0-DD8EF3503F27}" srcOrd="2" destOrd="0" presId="urn:microsoft.com/office/officeart/2005/8/layout/hierarchy1"/>
    <dgm:cxn modelId="{6F26E260-7022-443D-8DB1-6E343D70E7E6}" type="presParOf" srcId="{C816A885-E1D4-432E-B2E0-DD8EF3503F27}" destId="{12F3C3F4-AB79-4EBE-9FB9-20E06F3864A0}" srcOrd="0" destOrd="0" presId="urn:microsoft.com/office/officeart/2005/8/layout/hierarchy1"/>
    <dgm:cxn modelId="{4CE380B3-9E5D-4E82-BF2E-7C3798584A4E}" type="presParOf" srcId="{12F3C3F4-AB79-4EBE-9FB9-20E06F3864A0}" destId="{7B55BBDB-FCEC-4014-AC2B-4B1F408AF1B2}" srcOrd="0" destOrd="0" presId="urn:microsoft.com/office/officeart/2005/8/layout/hierarchy1"/>
    <dgm:cxn modelId="{FDD1B4CC-DBD3-449B-AFA4-BDD21928235F}" type="presParOf" srcId="{12F3C3F4-AB79-4EBE-9FB9-20E06F3864A0}" destId="{E8AAB740-A10F-4EF8-905A-51EDF53D428B}" srcOrd="1" destOrd="0" presId="urn:microsoft.com/office/officeart/2005/8/layout/hierarchy1"/>
    <dgm:cxn modelId="{30458BAF-96C2-4317-BB2F-CB0E04BDFAEF}" type="presParOf" srcId="{C816A885-E1D4-432E-B2E0-DD8EF3503F27}" destId="{CB097B09-941F-4792-8800-D0C42238FED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EFBF353-9B70-4A8B-BF8A-30B98ED0B2E8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CC88F4F-3DD3-4A43-BD08-BBD32802B50B}">
      <dgm:prSet/>
      <dgm:spPr/>
      <dgm:t>
        <a:bodyPr/>
        <a:lstStyle/>
        <a:p>
          <a:r>
            <a:rPr lang="en-US" b="0" i="0"/>
            <a:t>Students</a:t>
          </a:r>
          <a:endParaRPr lang="en-US"/>
        </a:p>
      </dgm:t>
    </dgm:pt>
    <dgm:pt modelId="{248B25C6-C1DD-45A1-B160-C09CC0B18A7D}" type="parTrans" cxnId="{A0A6CC13-4D29-479A-BFF5-C5AEB4481B2B}">
      <dgm:prSet/>
      <dgm:spPr/>
      <dgm:t>
        <a:bodyPr/>
        <a:lstStyle/>
        <a:p>
          <a:endParaRPr lang="en-US"/>
        </a:p>
      </dgm:t>
    </dgm:pt>
    <dgm:pt modelId="{F083530E-C2DA-45BF-B3BD-F9F45991E926}" type="sibTrans" cxnId="{A0A6CC13-4D29-479A-BFF5-C5AEB4481B2B}">
      <dgm:prSet/>
      <dgm:spPr/>
      <dgm:t>
        <a:bodyPr/>
        <a:lstStyle/>
        <a:p>
          <a:endParaRPr lang="en-US"/>
        </a:p>
      </dgm:t>
    </dgm:pt>
    <dgm:pt modelId="{8315C9C7-8049-4050-AE0D-B7715CDF5266}">
      <dgm:prSet/>
      <dgm:spPr/>
      <dgm:t>
        <a:bodyPr/>
        <a:lstStyle/>
        <a:p>
          <a:r>
            <a:rPr lang="en-US" b="0" i="0"/>
            <a:t>Professionals looking to learn skills</a:t>
          </a:r>
          <a:endParaRPr lang="en-US"/>
        </a:p>
      </dgm:t>
    </dgm:pt>
    <dgm:pt modelId="{001BAC7E-D6F7-4B44-817B-4DEFA0972BC2}" type="parTrans" cxnId="{460B2195-7E10-4157-9756-F130626D7D9E}">
      <dgm:prSet/>
      <dgm:spPr/>
      <dgm:t>
        <a:bodyPr/>
        <a:lstStyle/>
        <a:p>
          <a:endParaRPr lang="en-US"/>
        </a:p>
      </dgm:t>
    </dgm:pt>
    <dgm:pt modelId="{F5FFC8F3-BCAA-455F-B398-831F63A99066}" type="sibTrans" cxnId="{460B2195-7E10-4157-9756-F130626D7D9E}">
      <dgm:prSet/>
      <dgm:spPr/>
      <dgm:t>
        <a:bodyPr/>
        <a:lstStyle/>
        <a:p>
          <a:endParaRPr lang="en-US"/>
        </a:p>
      </dgm:t>
    </dgm:pt>
    <dgm:pt modelId="{7230C59D-5317-4184-AE0B-320E0719D75C}">
      <dgm:prSet/>
      <dgm:spPr/>
      <dgm:t>
        <a:bodyPr/>
        <a:lstStyle/>
        <a:p>
          <a:r>
            <a:rPr lang="en-US" b="0" i="0"/>
            <a:t>Anyone with a desire for knowledge</a:t>
          </a:r>
          <a:endParaRPr lang="en-US"/>
        </a:p>
      </dgm:t>
    </dgm:pt>
    <dgm:pt modelId="{209AD9BA-1ADB-45A6-8AE6-56C6AE87687D}" type="parTrans" cxnId="{81AC6706-72E4-4A07-9601-8CEEC3AD60E4}">
      <dgm:prSet/>
      <dgm:spPr/>
      <dgm:t>
        <a:bodyPr/>
        <a:lstStyle/>
        <a:p>
          <a:endParaRPr lang="en-US"/>
        </a:p>
      </dgm:t>
    </dgm:pt>
    <dgm:pt modelId="{53586DA8-DDED-4ACC-ABAA-1AAB2A6BE853}" type="sibTrans" cxnId="{81AC6706-72E4-4A07-9601-8CEEC3AD60E4}">
      <dgm:prSet/>
      <dgm:spPr/>
      <dgm:t>
        <a:bodyPr/>
        <a:lstStyle/>
        <a:p>
          <a:endParaRPr lang="en-US"/>
        </a:p>
      </dgm:t>
    </dgm:pt>
    <dgm:pt modelId="{0156A76B-4861-48B3-A502-A7D570E0A048}" type="pres">
      <dgm:prSet presAssocID="{1EFBF353-9B70-4A8B-BF8A-30B98ED0B2E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17F148D-4290-4FE1-A53F-5E17E445DF92}" type="pres">
      <dgm:prSet presAssocID="{DCC88F4F-3DD3-4A43-BD08-BBD32802B50B}" presName="hierRoot1" presStyleCnt="0"/>
      <dgm:spPr/>
    </dgm:pt>
    <dgm:pt modelId="{82BEE9AC-305D-4428-9E81-45BC0236F3D8}" type="pres">
      <dgm:prSet presAssocID="{DCC88F4F-3DD3-4A43-BD08-BBD32802B50B}" presName="composite" presStyleCnt="0"/>
      <dgm:spPr/>
    </dgm:pt>
    <dgm:pt modelId="{1EA29116-BE6C-455E-9E65-E84BD8BA4027}" type="pres">
      <dgm:prSet presAssocID="{DCC88F4F-3DD3-4A43-BD08-BBD32802B50B}" presName="background" presStyleLbl="node0" presStyleIdx="0" presStyleCnt="3"/>
      <dgm:spPr/>
    </dgm:pt>
    <dgm:pt modelId="{38B64F6E-B805-4F6C-A694-1358733FF41B}" type="pres">
      <dgm:prSet presAssocID="{DCC88F4F-3DD3-4A43-BD08-BBD32802B50B}" presName="text" presStyleLbl="fgAcc0" presStyleIdx="0" presStyleCnt="3">
        <dgm:presLayoutVars>
          <dgm:chPref val="3"/>
        </dgm:presLayoutVars>
      </dgm:prSet>
      <dgm:spPr/>
    </dgm:pt>
    <dgm:pt modelId="{57ACF2DF-12BA-4F72-A731-71D811B7A389}" type="pres">
      <dgm:prSet presAssocID="{DCC88F4F-3DD3-4A43-BD08-BBD32802B50B}" presName="hierChild2" presStyleCnt="0"/>
      <dgm:spPr/>
    </dgm:pt>
    <dgm:pt modelId="{FFA359DF-5543-48C0-9B4C-CA682D34B9EB}" type="pres">
      <dgm:prSet presAssocID="{8315C9C7-8049-4050-AE0D-B7715CDF5266}" presName="hierRoot1" presStyleCnt="0"/>
      <dgm:spPr/>
    </dgm:pt>
    <dgm:pt modelId="{244C5338-DE62-41D3-AA4E-E22450526675}" type="pres">
      <dgm:prSet presAssocID="{8315C9C7-8049-4050-AE0D-B7715CDF5266}" presName="composite" presStyleCnt="0"/>
      <dgm:spPr/>
    </dgm:pt>
    <dgm:pt modelId="{6832451B-973C-4E47-8CA1-CDFF5CA9F870}" type="pres">
      <dgm:prSet presAssocID="{8315C9C7-8049-4050-AE0D-B7715CDF5266}" presName="background" presStyleLbl="node0" presStyleIdx="1" presStyleCnt="3"/>
      <dgm:spPr/>
    </dgm:pt>
    <dgm:pt modelId="{D79ED1DE-AEA1-4768-BA3E-38991108DB66}" type="pres">
      <dgm:prSet presAssocID="{8315C9C7-8049-4050-AE0D-B7715CDF5266}" presName="text" presStyleLbl="fgAcc0" presStyleIdx="1" presStyleCnt="3">
        <dgm:presLayoutVars>
          <dgm:chPref val="3"/>
        </dgm:presLayoutVars>
      </dgm:prSet>
      <dgm:spPr/>
    </dgm:pt>
    <dgm:pt modelId="{1DC718ED-E2E8-4E0F-B9F4-4C3F38C3C42A}" type="pres">
      <dgm:prSet presAssocID="{8315C9C7-8049-4050-AE0D-B7715CDF5266}" presName="hierChild2" presStyleCnt="0"/>
      <dgm:spPr/>
    </dgm:pt>
    <dgm:pt modelId="{B4850259-E968-46FB-863D-213AE7AF3A6E}" type="pres">
      <dgm:prSet presAssocID="{7230C59D-5317-4184-AE0B-320E0719D75C}" presName="hierRoot1" presStyleCnt="0"/>
      <dgm:spPr/>
    </dgm:pt>
    <dgm:pt modelId="{D079717B-6FAC-4A20-B7B8-9202FBDAE484}" type="pres">
      <dgm:prSet presAssocID="{7230C59D-5317-4184-AE0B-320E0719D75C}" presName="composite" presStyleCnt="0"/>
      <dgm:spPr/>
    </dgm:pt>
    <dgm:pt modelId="{BE72241E-F530-4B80-B1CD-50840D16E0D9}" type="pres">
      <dgm:prSet presAssocID="{7230C59D-5317-4184-AE0B-320E0719D75C}" presName="background" presStyleLbl="node0" presStyleIdx="2" presStyleCnt="3"/>
      <dgm:spPr/>
    </dgm:pt>
    <dgm:pt modelId="{94A462DF-9BFC-4A1D-8C15-FCDD50C5D34D}" type="pres">
      <dgm:prSet presAssocID="{7230C59D-5317-4184-AE0B-320E0719D75C}" presName="text" presStyleLbl="fgAcc0" presStyleIdx="2" presStyleCnt="3">
        <dgm:presLayoutVars>
          <dgm:chPref val="3"/>
        </dgm:presLayoutVars>
      </dgm:prSet>
      <dgm:spPr/>
    </dgm:pt>
    <dgm:pt modelId="{F709B995-3AED-4135-A5AE-568596D4C9D0}" type="pres">
      <dgm:prSet presAssocID="{7230C59D-5317-4184-AE0B-320E0719D75C}" presName="hierChild2" presStyleCnt="0"/>
      <dgm:spPr/>
    </dgm:pt>
  </dgm:ptLst>
  <dgm:cxnLst>
    <dgm:cxn modelId="{2CC6ED04-5ADB-41E7-8559-851282520A6C}" type="presOf" srcId="{DCC88F4F-3DD3-4A43-BD08-BBD32802B50B}" destId="{38B64F6E-B805-4F6C-A694-1358733FF41B}" srcOrd="0" destOrd="0" presId="urn:microsoft.com/office/officeart/2005/8/layout/hierarchy1"/>
    <dgm:cxn modelId="{81AC6706-72E4-4A07-9601-8CEEC3AD60E4}" srcId="{1EFBF353-9B70-4A8B-BF8A-30B98ED0B2E8}" destId="{7230C59D-5317-4184-AE0B-320E0719D75C}" srcOrd="2" destOrd="0" parTransId="{209AD9BA-1ADB-45A6-8AE6-56C6AE87687D}" sibTransId="{53586DA8-DDED-4ACC-ABAA-1AAB2A6BE853}"/>
    <dgm:cxn modelId="{A0A6CC13-4D29-479A-BFF5-C5AEB4481B2B}" srcId="{1EFBF353-9B70-4A8B-BF8A-30B98ED0B2E8}" destId="{DCC88F4F-3DD3-4A43-BD08-BBD32802B50B}" srcOrd="0" destOrd="0" parTransId="{248B25C6-C1DD-45A1-B160-C09CC0B18A7D}" sibTransId="{F083530E-C2DA-45BF-B3BD-F9F45991E926}"/>
    <dgm:cxn modelId="{1C75B468-DFB0-4A7A-BFEF-82F66AB61D29}" type="presOf" srcId="{1EFBF353-9B70-4A8B-BF8A-30B98ED0B2E8}" destId="{0156A76B-4861-48B3-A502-A7D570E0A048}" srcOrd="0" destOrd="0" presId="urn:microsoft.com/office/officeart/2005/8/layout/hierarchy1"/>
    <dgm:cxn modelId="{362B4B71-5074-4FA2-AC6A-A6E5F13A2AC5}" type="presOf" srcId="{7230C59D-5317-4184-AE0B-320E0719D75C}" destId="{94A462DF-9BFC-4A1D-8C15-FCDD50C5D34D}" srcOrd="0" destOrd="0" presId="urn:microsoft.com/office/officeart/2005/8/layout/hierarchy1"/>
    <dgm:cxn modelId="{460B2195-7E10-4157-9756-F130626D7D9E}" srcId="{1EFBF353-9B70-4A8B-BF8A-30B98ED0B2E8}" destId="{8315C9C7-8049-4050-AE0D-B7715CDF5266}" srcOrd="1" destOrd="0" parTransId="{001BAC7E-D6F7-4B44-817B-4DEFA0972BC2}" sibTransId="{F5FFC8F3-BCAA-455F-B398-831F63A99066}"/>
    <dgm:cxn modelId="{328DC8F3-FBBB-4DED-97FC-3B9E59810019}" type="presOf" srcId="{8315C9C7-8049-4050-AE0D-B7715CDF5266}" destId="{D79ED1DE-AEA1-4768-BA3E-38991108DB66}" srcOrd="0" destOrd="0" presId="urn:microsoft.com/office/officeart/2005/8/layout/hierarchy1"/>
    <dgm:cxn modelId="{D6E49685-07B8-4DE3-A596-DDB34BB62059}" type="presParOf" srcId="{0156A76B-4861-48B3-A502-A7D570E0A048}" destId="{C17F148D-4290-4FE1-A53F-5E17E445DF92}" srcOrd="0" destOrd="0" presId="urn:microsoft.com/office/officeart/2005/8/layout/hierarchy1"/>
    <dgm:cxn modelId="{62E44044-BD80-48CB-9D67-4B4FA293D843}" type="presParOf" srcId="{C17F148D-4290-4FE1-A53F-5E17E445DF92}" destId="{82BEE9AC-305D-4428-9E81-45BC0236F3D8}" srcOrd="0" destOrd="0" presId="urn:microsoft.com/office/officeart/2005/8/layout/hierarchy1"/>
    <dgm:cxn modelId="{D0278B0E-6EA9-438F-9E86-2274EBF731F6}" type="presParOf" srcId="{82BEE9AC-305D-4428-9E81-45BC0236F3D8}" destId="{1EA29116-BE6C-455E-9E65-E84BD8BA4027}" srcOrd="0" destOrd="0" presId="urn:microsoft.com/office/officeart/2005/8/layout/hierarchy1"/>
    <dgm:cxn modelId="{85EE887A-3DEE-4718-9428-4751C5872618}" type="presParOf" srcId="{82BEE9AC-305D-4428-9E81-45BC0236F3D8}" destId="{38B64F6E-B805-4F6C-A694-1358733FF41B}" srcOrd="1" destOrd="0" presId="urn:microsoft.com/office/officeart/2005/8/layout/hierarchy1"/>
    <dgm:cxn modelId="{5F0D596B-0C97-4F96-8F0D-CE30A498FF91}" type="presParOf" srcId="{C17F148D-4290-4FE1-A53F-5E17E445DF92}" destId="{57ACF2DF-12BA-4F72-A731-71D811B7A389}" srcOrd="1" destOrd="0" presId="urn:microsoft.com/office/officeart/2005/8/layout/hierarchy1"/>
    <dgm:cxn modelId="{E228D4AC-56DA-45DE-8625-3DF62EECCE69}" type="presParOf" srcId="{0156A76B-4861-48B3-A502-A7D570E0A048}" destId="{FFA359DF-5543-48C0-9B4C-CA682D34B9EB}" srcOrd="1" destOrd="0" presId="urn:microsoft.com/office/officeart/2005/8/layout/hierarchy1"/>
    <dgm:cxn modelId="{65A52553-FA2C-44FC-A091-96598DABE511}" type="presParOf" srcId="{FFA359DF-5543-48C0-9B4C-CA682D34B9EB}" destId="{244C5338-DE62-41D3-AA4E-E22450526675}" srcOrd="0" destOrd="0" presId="urn:microsoft.com/office/officeart/2005/8/layout/hierarchy1"/>
    <dgm:cxn modelId="{F1AE784E-FAA9-48C1-9CCD-86E31F4619E9}" type="presParOf" srcId="{244C5338-DE62-41D3-AA4E-E22450526675}" destId="{6832451B-973C-4E47-8CA1-CDFF5CA9F870}" srcOrd="0" destOrd="0" presId="urn:microsoft.com/office/officeart/2005/8/layout/hierarchy1"/>
    <dgm:cxn modelId="{88A1B4E0-442E-4688-B3E4-274CC6D89663}" type="presParOf" srcId="{244C5338-DE62-41D3-AA4E-E22450526675}" destId="{D79ED1DE-AEA1-4768-BA3E-38991108DB66}" srcOrd="1" destOrd="0" presId="urn:microsoft.com/office/officeart/2005/8/layout/hierarchy1"/>
    <dgm:cxn modelId="{DD0D554A-5E6F-4C55-817D-93E26AF93293}" type="presParOf" srcId="{FFA359DF-5543-48C0-9B4C-CA682D34B9EB}" destId="{1DC718ED-E2E8-4E0F-B9F4-4C3F38C3C42A}" srcOrd="1" destOrd="0" presId="urn:microsoft.com/office/officeart/2005/8/layout/hierarchy1"/>
    <dgm:cxn modelId="{EB6EF4EE-1027-40E2-B901-EB2AFFC8EBD6}" type="presParOf" srcId="{0156A76B-4861-48B3-A502-A7D570E0A048}" destId="{B4850259-E968-46FB-863D-213AE7AF3A6E}" srcOrd="2" destOrd="0" presId="urn:microsoft.com/office/officeart/2005/8/layout/hierarchy1"/>
    <dgm:cxn modelId="{B16CD213-1FDB-4991-BB7F-03F861B17F2D}" type="presParOf" srcId="{B4850259-E968-46FB-863D-213AE7AF3A6E}" destId="{D079717B-6FAC-4A20-B7B8-9202FBDAE484}" srcOrd="0" destOrd="0" presId="urn:microsoft.com/office/officeart/2005/8/layout/hierarchy1"/>
    <dgm:cxn modelId="{7EF388C9-D72D-457F-81A4-8EFF54A3569F}" type="presParOf" srcId="{D079717B-6FAC-4A20-B7B8-9202FBDAE484}" destId="{BE72241E-F530-4B80-B1CD-50840D16E0D9}" srcOrd="0" destOrd="0" presId="urn:microsoft.com/office/officeart/2005/8/layout/hierarchy1"/>
    <dgm:cxn modelId="{51CC9211-B289-4080-A8F0-356A7A4C3D2E}" type="presParOf" srcId="{D079717B-6FAC-4A20-B7B8-9202FBDAE484}" destId="{94A462DF-9BFC-4A1D-8C15-FCDD50C5D34D}" srcOrd="1" destOrd="0" presId="urn:microsoft.com/office/officeart/2005/8/layout/hierarchy1"/>
    <dgm:cxn modelId="{584E1FB1-4219-4B3D-8B83-D1E0C292BB65}" type="presParOf" srcId="{B4850259-E968-46FB-863D-213AE7AF3A6E}" destId="{F709B995-3AED-4135-A5AE-568596D4C9D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F57BDD-927E-4380-A304-E06305B1139B}">
      <dsp:nvSpPr>
        <dsp:cNvPr id="0" name=""/>
        <dsp:cNvSpPr/>
      </dsp:nvSpPr>
      <dsp:spPr>
        <a:xfrm>
          <a:off x="0" y="954339"/>
          <a:ext cx="2014611" cy="127927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FF1DED-340A-43AF-8FA9-C2A30751B000}">
      <dsp:nvSpPr>
        <dsp:cNvPr id="0" name=""/>
        <dsp:cNvSpPr/>
      </dsp:nvSpPr>
      <dsp:spPr>
        <a:xfrm>
          <a:off x="223845" y="1166992"/>
          <a:ext cx="2014611" cy="127927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Educational content</a:t>
          </a:r>
        </a:p>
      </dsp:txBody>
      <dsp:txXfrm>
        <a:off x="261314" y="1204461"/>
        <a:ext cx="1939673" cy="1204340"/>
      </dsp:txXfrm>
    </dsp:sp>
    <dsp:sp modelId="{A3C4F58D-248C-49E1-92C0-10648250B6FB}">
      <dsp:nvSpPr>
        <dsp:cNvPr id="0" name=""/>
        <dsp:cNvSpPr/>
      </dsp:nvSpPr>
      <dsp:spPr>
        <a:xfrm>
          <a:off x="2462303" y="954339"/>
          <a:ext cx="2014611" cy="127927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C597BB-3F6C-4AD5-8A04-B91F85E178E9}">
      <dsp:nvSpPr>
        <dsp:cNvPr id="0" name=""/>
        <dsp:cNvSpPr/>
      </dsp:nvSpPr>
      <dsp:spPr>
        <a:xfrm>
          <a:off x="2686149" y="1166992"/>
          <a:ext cx="2014611" cy="127927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Anywhere, anytime</a:t>
          </a:r>
        </a:p>
      </dsp:txBody>
      <dsp:txXfrm>
        <a:off x="2723618" y="1204461"/>
        <a:ext cx="1939673" cy="1204340"/>
      </dsp:txXfrm>
    </dsp:sp>
    <dsp:sp modelId="{7B55BBDB-FCEC-4014-AC2B-4B1F408AF1B2}">
      <dsp:nvSpPr>
        <dsp:cNvPr id="0" name=""/>
        <dsp:cNvSpPr/>
      </dsp:nvSpPr>
      <dsp:spPr>
        <a:xfrm>
          <a:off x="4924606" y="954339"/>
          <a:ext cx="2014611" cy="127927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AAB740-A10F-4EF8-905A-51EDF53D428B}">
      <dsp:nvSpPr>
        <dsp:cNvPr id="0" name=""/>
        <dsp:cNvSpPr/>
      </dsp:nvSpPr>
      <dsp:spPr>
        <a:xfrm>
          <a:off x="5148452" y="1166992"/>
          <a:ext cx="2014611" cy="127927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Contact experienced teachers</a:t>
          </a:r>
        </a:p>
      </dsp:txBody>
      <dsp:txXfrm>
        <a:off x="5185921" y="1204461"/>
        <a:ext cx="1939673" cy="12043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A29116-BE6C-455E-9E65-E84BD8BA4027}">
      <dsp:nvSpPr>
        <dsp:cNvPr id="0" name=""/>
        <dsp:cNvSpPr/>
      </dsp:nvSpPr>
      <dsp:spPr>
        <a:xfrm>
          <a:off x="0" y="564562"/>
          <a:ext cx="2882752" cy="183054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B64F6E-B805-4F6C-A694-1358733FF41B}">
      <dsp:nvSpPr>
        <dsp:cNvPr id="0" name=""/>
        <dsp:cNvSpPr/>
      </dsp:nvSpPr>
      <dsp:spPr>
        <a:xfrm>
          <a:off x="320305" y="868853"/>
          <a:ext cx="2882752" cy="183054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/>
            <a:t>Students</a:t>
          </a:r>
          <a:endParaRPr lang="en-US" sz="3100" kern="1200"/>
        </a:p>
      </dsp:txBody>
      <dsp:txXfrm>
        <a:off x="373920" y="922468"/>
        <a:ext cx="2775522" cy="1723317"/>
      </dsp:txXfrm>
    </dsp:sp>
    <dsp:sp modelId="{6832451B-973C-4E47-8CA1-CDFF5CA9F870}">
      <dsp:nvSpPr>
        <dsp:cNvPr id="0" name=""/>
        <dsp:cNvSpPr/>
      </dsp:nvSpPr>
      <dsp:spPr>
        <a:xfrm>
          <a:off x="3523364" y="564562"/>
          <a:ext cx="2882752" cy="183054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9ED1DE-AEA1-4768-BA3E-38991108DB66}">
      <dsp:nvSpPr>
        <dsp:cNvPr id="0" name=""/>
        <dsp:cNvSpPr/>
      </dsp:nvSpPr>
      <dsp:spPr>
        <a:xfrm>
          <a:off x="3843670" y="868853"/>
          <a:ext cx="2882752" cy="183054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/>
            <a:t>Professionals looking to learn skills</a:t>
          </a:r>
          <a:endParaRPr lang="en-US" sz="3100" kern="1200"/>
        </a:p>
      </dsp:txBody>
      <dsp:txXfrm>
        <a:off x="3897285" y="922468"/>
        <a:ext cx="2775522" cy="1723317"/>
      </dsp:txXfrm>
    </dsp:sp>
    <dsp:sp modelId="{BE72241E-F530-4B80-B1CD-50840D16E0D9}">
      <dsp:nvSpPr>
        <dsp:cNvPr id="0" name=""/>
        <dsp:cNvSpPr/>
      </dsp:nvSpPr>
      <dsp:spPr>
        <a:xfrm>
          <a:off x="7046728" y="564562"/>
          <a:ext cx="2882752" cy="183054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A462DF-9BFC-4A1D-8C15-FCDD50C5D34D}">
      <dsp:nvSpPr>
        <dsp:cNvPr id="0" name=""/>
        <dsp:cNvSpPr/>
      </dsp:nvSpPr>
      <dsp:spPr>
        <a:xfrm>
          <a:off x="7367034" y="868853"/>
          <a:ext cx="2882752" cy="183054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/>
            <a:t>Anyone with a desire for knowledge</a:t>
          </a:r>
          <a:endParaRPr lang="en-US" sz="3100" kern="1200"/>
        </a:p>
      </dsp:txBody>
      <dsp:txXfrm>
        <a:off x="7420649" y="922468"/>
        <a:ext cx="2775522" cy="17233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EB46B8FB-F6A2-5F47-A6CD-A7E17E69270F}"/>
              </a:ext>
            </a:extLst>
          </p:cNvPr>
          <p:cNvGrpSpPr/>
          <p:nvPr/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419BDE93-3EC2-4E4D-BC0B-417378F49EDA}"/>
                </a:ext>
              </a:extLst>
            </p:cNvPr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FE21F82F-1EE5-8240-97F8-387DF0253FCE}"/>
                </a:ext>
              </a:extLst>
            </p:cNvPr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AE1903E3-6B5F-6B4C-9A1F-62628A050AEB}"/>
                </a:ext>
              </a:extLst>
            </p:cNvPr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F7C55863-3B37-0743-B001-1A970033FBA8}"/>
                </a:ext>
              </a:extLst>
            </p:cNvPr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932B4C24-3A58-924C-B79A-D961EF7C2C48}"/>
                </a:ext>
              </a:extLst>
            </p:cNvPr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21EF52E0-D2CF-544F-93A6-4D7B45A0483A}"/>
                </a:ext>
              </a:extLst>
            </p:cNvPr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6966CFE5-1C8C-2E4F-9B2D-A8438F5A5322}"/>
                </a:ext>
              </a:extLst>
            </p:cNvPr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9FD29EF3-A5B2-554A-A307-6BE1BCE8AF03}"/>
                </a:ext>
              </a:extLst>
            </p:cNvPr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AC1ECAD8-0CF2-934D-AA1E-C108208CDE6F}"/>
                </a:ext>
              </a:extLst>
            </p:cNvPr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DB14DED1-3A58-8C4D-902E-2A9F34043F61}"/>
                </a:ext>
              </a:extLst>
            </p:cNvPr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65D65157-5719-0341-A807-A8956595FB4C}"/>
                </a:ext>
              </a:extLst>
            </p:cNvPr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A7F23F74-B777-2A4C-8EF9-E798880D5942}"/>
                </a:ext>
              </a:extLst>
            </p:cNvPr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E3B9A050-0AE1-1D4B-A2AC-6EEF64B106D9}"/>
                </a:ext>
              </a:extLst>
            </p:cNvPr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C424FE38-F803-8D47-BF56-1B18EC2B1F03}"/>
                </a:ext>
              </a:extLst>
            </p:cNvPr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E37187F2-9212-0641-97D0-1ACD50B748A8}"/>
                </a:ext>
              </a:extLst>
            </p:cNvPr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C760C651-2AC4-564E-BEAA-AB7FAFE7F79F}"/>
                </a:ext>
              </a:extLst>
            </p:cNvPr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58B0A1B8-5BA3-3548-9511-B4904D05264B}"/>
                </a:ext>
              </a:extLst>
            </p:cNvPr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424CD779-EE9A-214D-9488-767327E373AA}"/>
                </a:ext>
              </a:extLst>
            </p:cNvPr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630D08C6-9EFB-8540-875F-2A55DED2AAE3}"/>
                </a:ext>
              </a:extLst>
            </p:cNvPr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D7E8DA86-1294-4641-9C52-6E153150641C}"/>
                </a:ext>
              </a:extLst>
            </p:cNvPr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011063C9-2A43-3348-A018-F27FACAA778D}"/>
                </a:ext>
              </a:extLst>
            </p:cNvPr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EE85C7DE-D965-244F-BD95-3A05FF4AAC61}"/>
                </a:ext>
              </a:extLst>
            </p:cNvPr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315A1389-149A-3342-A863-637D42FDB28D}"/>
                </a:ext>
              </a:extLst>
            </p:cNvPr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B149CC6F-B6C6-BE46-B451-1BF7D47A8936}"/>
                </a:ext>
              </a:extLst>
            </p:cNvPr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DAB39E9-6F50-3F4B-9DDB-FC0E0CA99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150" y="768334"/>
            <a:ext cx="5066001" cy="2866405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B2C33E-E9A6-304D-BBCB-97AD0B213C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5150" y="4283239"/>
            <a:ext cx="5066001" cy="1475177"/>
          </a:xfrm>
        </p:spPr>
        <p:txBody>
          <a:bodyPr anchor="b"/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C75C4-E533-BE48-B528-D1A278BC39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457200"/>
            <a:ext cx="3608205" cy="365125"/>
          </a:xfrm>
        </p:spPr>
        <p:txBody>
          <a:bodyPr/>
          <a:lstStyle>
            <a:lvl1pPr algn="l">
              <a:defRPr/>
            </a:lvl1pPr>
          </a:lstStyle>
          <a:p>
            <a:pPr algn="l"/>
            <a:fld id="{A5B0A250-5CC0-1746-B209-08E8B0DAE6AF}" type="datetimeFigureOut">
              <a:rPr lang="en-US" smtClean="0"/>
              <a:pPr algn="l"/>
              <a:t>11/26/2023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09BA8A-EF83-434D-A90E-0805D1104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FDDE0-90B9-AD4E-B0EB-E7464FA9C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17335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33A3282-0389-C547-8CA6-7F3E7F27B34D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8448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F0CAFDA3-320A-C24D-A7A1-20C1267EC987}"/>
              </a:ext>
            </a:extLst>
          </p:cNvPr>
          <p:cNvGrpSpPr/>
          <p:nvPr/>
        </p:nvGrpSpPr>
        <p:grpSpPr>
          <a:xfrm>
            <a:off x="8928528" y="0"/>
            <a:ext cx="3263472" cy="6858000"/>
            <a:chOff x="8928528" y="0"/>
            <a:chExt cx="3263472" cy="6858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D2411669-6E2C-2243-99CD-6BC9D724FA1F}"/>
                </a:ext>
              </a:extLst>
            </p:cNvPr>
            <p:cNvSpPr/>
            <p:nvPr/>
          </p:nvSpPr>
          <p:spPr>
            <a:xfrm>
              <a:off x="8928528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C4E0C522-0F40-ED44-A700-F1BCD1CF74F5}"/>
                </a:ext>
              </a:extLst>
            </p:cNvPr>
            <p:cNvSpPr/>
            <p:nvPr/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B79B4380-CBEC-C341-A10E-5EF9A8597959}"/>
                </a:ext>
              </a:extLst>
            </p:cNvPr>
            <p:cNvSpPr/>
            <p:nvPr/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04AD70E-5490-4C4E-A05D-D67949C51A74}"/>
                </a:ext>
              </a:extLst>
            </p:cNvPr>
            <p:cNvSpPr/>
            <p:nvPr/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28A8883-9F24-0047-92B7-45B3D2E7D9C0}"/>
                </a:ext>
              </a:extLst>
            </p:cNvPr>
            <p:cNvSpPr/>
            <p:nvPr/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AAC3A3BB-FD2C-FB44-9478-FA87EF229D37}"/>
                </a:ext>
              </a:extLst>
            </p:cNvPr>
            <p:cNvSpPr/>
            <p:nvPr/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BF46B3B1-E981-BB40-B916-51A6D3851969}"/>
                </a:ext>
              </a:extLst>
            </p:cNvPr>
            <p:cNvSpPr/>
            <p:nvPr/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EA7DAE92-7D6B-B042-83BE-047C8EC322A0}"/>
                </a:ext>
              </a:extLst>
            </p:cNvPr>
            <p:cNvSpPr/>
            <p:nvPr/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06AADCE6-4277-EA49-AF23-63B53CA6772A}"/>
                </a:ext>
              </a:extLst>
            </p:cNvPr>
            <p:cNvSpPr/>
            <p:nvPr/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58CEA343-047B-DF4E-A7A8-881C7740EA36}"/>
                </a:ext>
              </a:extLst>
            </p:cNvPr>
            <p:cNvSpPr/>
            <p:nvPr/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FCCBAA07-17CE-2740-AA04-AEDA5EAD2796}"/>
                </a:ext>
              </a:extLst>
            </p:cNvPr>
            <p:cNvSpPr/>
            <p:nvPr/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BF15C430-7951-6040-BD4C-4E996E94480E}"/>
                </a:ext>
              </a:extLst>
            </p:cNvPr>
            <p:cNvSpPr/>
            <p:nvPr/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0B3467F9-370D-5C4C-9EDE-E0CA0E401568}"/>
                </a:ext>
              </a:extLst>
            </p:cNvPr>
            <p:cNvSpPr/>
            <p:nvPr/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652A1E4-52BA-534C-AECC-35C3CF44F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15675-65B4-E14F-9785-663A83B7B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676A1E-2332-684F-BDD2-687C166BD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11/26/2023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B8CB0-B7BE-7D4F-B254-8A2F8AEC2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5A569-A063-8E40-B703-82B11D2A9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7169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231D73A-BA91-794F-8C09-4F4B41A6D08B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7335835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2850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3ABDDED5-B489-454D-A72D-46C9473AB018}"/>
              </a:ext>
            </a:extLst>
          </p:cNvPr>
          <p:cNvGrpSpPr/>
          <p:nvPr/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E6338A9A-49A1-B04D-B479-43604A5CD6D5}"/>
                </a:ext>
              </a:extLst>
            </p:cNvPr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3151B6D8-101B-F34D-992A-1668DB5D0067}"/>
                </a:ext>
              </a:extLst>
            </p:cNvPr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21D4DE71-EB1A-E74C-9364-5FEC5377F4EF}"/>
                </a:ext>
              </a:extLst>
            </p:cNvPr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BD99A5CD-9D3A-DA46-AD96-34B9DB522051}"/>
                </a:ext>
              </a:extLst>
            </p:cNvPr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E6537DF9-74F2-924C-9B63-22B100C80C92}"/>
                </a:ext>
              </a:extLst>
            </p:cNvPr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D7655457-8E4D-F34C-A595-66A45E9C3A1F}"/>
                </a:ext>
              </a:extLst>
            </p:cNvPr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FB0E8D2C-8947-E44C-BC5F-F81B083DAA3E}"/>
                </a:ext>
              </a:extLst>
            </p:cNvPr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ED57F45D-85B8-AC49-A2BA-E941F1BE7F15}"/>
                </a:ext>
              </a:extLst>
            </p:cNvPr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DA576359-CAE3-634C-8DF8-A834BCD7D668}"/>
                </a:ext>
              </a:extLst>
            </p:cNvPr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16343F35-6601-BD4A-B9A5-25361D0453D2}"/>
                </a:ext>
              </a:extLst>
            </p:cNvPr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5ED1C169-DCD9-9C4B-91B1-519621155A64}"/>
                </a:ext>
              </a:extLst>
            </p:cNvPr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32328AC7-E0BC-0E46-A25B-11D523EC8100}"/>
                </a:ext>
              </a:extLst>
            </p:cNvPr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32BBE02A-588F-6C4D-B310-694098C6A340}"/>
                </a:ext>
              </a:extLst>
            </p:cNvPr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6751D5A0-C90A-0A44-8654-CFE1B719B353}"/>
                </a:ext>
              </a:extLst>
            </p:cNvPr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0F0FA086-0D80-B74A-9B37-5EACDE30D61F}"/>
                </a:ext>
              </a:extLst>
            </p:cNvPr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7022E302-2A55-8844-A50B-DC16D075E16B}"/>
                </a:ext>
              </a:extLst>
            </p:cNvPr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F4B325F5-A048-2843-A40B-3B2B31ECED76}"/>
                </a:ext>
              </a:extLst>
            </p:cNvPr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7707B616-7E85-5442-B46B-AF9426A7A0E9}"/>
                </a:ext>
              </a:extLst>
            </p:cNvPr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08914A00-D181-5847-A150-77CE67F94369}"/>
                </a:ext>
              </a:extLst>
            </p:cNvPr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DAF2D976-5F49-2848-B465-C85708A6D706}"/>
                </a:ext>
              </a:extLst>
            </p:cNvPr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5E333474-B850-354C-A2E2-01735C948D47}"/>
                </a:ext>
              </a:extLst>
            </p:cNvPr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BC25646C-71B3-4A44-A4FE-C3CABE5580BB}"/>
                </a:ext>
              </a:extLst>
            </p:cNvPr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B598CFE9-67EE-E342-9EF7-F40A1E0BE59E}"/>
                </a:ext>
              </a:extLst>
            </p:cNvPr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1E29AD13-94FE-1349-A28E-10F6E780F510}"/>
                </a:ext>
              </a:extLst>
            </p:cNvPr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650648E-B4D5-4145-84E7-46B5793EA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68351"/>
            <a:ext cx="5066001" cy="2334768"/>
          </a:xfrm>
        </p:spPr>
        <p:txBody>
          <a:bodyPr anchor="t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3B92A6-7558-3148-B855-5BC58B415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50" y="4255453"/>
            <a:ext cx="5066001" cy="1500187"/>
          </a:xfrm>
        </p:spPr>
        <p:txBody>
          <a:bodyPr anchor="b"/>
          <a:lstStyle>
            <a:lvl1pPr marL="0" indent="0">
              <a:buNone/>
              <a:defRPr sz="2400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0B541-D211-974B-97FE-C1F9473AB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11/26/2023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27FB0-D95A-D543-8E29-6E5F22B49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9C4404-F49D-9F48-A10B-1F60870B4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17335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D6A1FD1-D82F-3141-8687-8D7C0631C215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7824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442ECFEB-12CF-4C4F-BC8A-5816C27CA565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26C9482-2804-144B-88B2-0AF191BD757D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71363F79-96BD-9240-86E2-DF26C9C2437D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153F0BF1-DA57-1D49-82F0-802F4D385A85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CD42A1B-A03A-C946-8A2A-CE437EA433FD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591FE00-3AAF-9B4B-8107-E94D50828227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49E92E9-89A7-4842-B271-411C7DF75D2D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DC29C99-0841-9F46-AB1A-E9751DFE4487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0AB684-BDA8-014B-8DCC-125F8B8DC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40E05-0F5F-6243-AD57-66BFC33ADB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2851" y="2365755"/>
            <a:ext cx="5239512" cy="3395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70B3A4-11FE-D94C-9B93-255E362310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9638" y="2365755"/>
            <a:ext cx="5239512" cy="3395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7BEEAF-F881-6E48-84AF-E5CEEF1C7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11/26/2023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472753-1CC3-9244-9AF0-6927018A6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DD55D0-FCC7-AC42-9810-9B49E3348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C736C3-88FB-244C-83B8-B2856998D221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4265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B7D16A9C-7411-5242-A59C-816B8907E3BE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997260B-7D44-7049-B605-7FD6E6CE5612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5D6AF601-77C3-D74A-B1E5-7F33703A6927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4DFCA921-0F9E-2E41-A285-75409E25501A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20B9E03-438B-FC42-9DA1-835D5BC3FE88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D670E1F-61CD-8940-A898-6D5092A78BB9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080C64CF-0C6A-3449-9709-AE038C4A7995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EC46D5B-957F-A24C-8E36-CC71F660EC8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058182F-7B5E-FD42-AFC6-A3848D833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768096"/>
            <a:ext cx="7333488" cy="12710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D9E4DE-75C0-C841-A68D-9D7BBAD76C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2149" y="2365756"/>
            <a:ext cx="5239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5C87F7-356E-9E43-97A0-D972B22853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2149" y="3189668"/>
            <a:ext cx="5239512" cy="257155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AB4C28-30CB-CC4E-A25E-F4FEFA49BC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3066" y="2365756"/>
            <a:ext cx="5239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ED0191-963B-1E4C-BEC5-9B42E39514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83066" y="3189668"/>
            <a:ext cx="5239512" cy="257155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0E0BED-3EB7-BB4A-A556-FA967FB01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11/26/2023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A2466A-4D90-174C-B382-AC4674D72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EADE49-8082-214B-9742-5EE8DA2E9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5E39200-18D5-014B-BAB8-FF5D0BA15E0C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5935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D7DF52F6-A06E-0343-95B8-DAAC38DB4B8C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7092C52-7052-0749-9DA0-9374DBF495AE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64E1C2F-81E1-C44D-859C-946596C950F2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3626485-4263-0A44-9561-E278A7056C33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7D45AAB5-3CCC-DE4A-A962-3702911B55CC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8CAFB16F-8EDE-D44F-A51E-34EDC41E7404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DCD51329-732C-BB4C-98E5-715BAF9F8853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192B5D44-BC55-AF4C-984D-C8231B22F80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A1E9E2-564E-7049-A22F-BB5B876BA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359D05-C08D-7747-B2FC-3F62B3357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11/26/2023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2FF615-BB08-A844-B689-BAA7C5040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63A67D-F96F-4849-8C83-49CC3A653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DCFAAB9-2B6B-8D4C-A748-433E2C393EA6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1004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8BCA70-D63D-40F6-B9B3-4E49B96E2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pPr/>
              <a:t>11/26/2023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F12559-BD91-4904-A24A-0CF0A2324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658BB7-74A5-4A6F-A0FF-021E68F02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4074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D0914A35-7AAF-4B42-9C68-47A633EFD9D0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DABCED79-0E70-FB4D-ABF2-D859BF5556E4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8364885D-A3A4-5144-AB4E-7624F27287E6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22073D5-CC72-0549-BD26-F7AF9851BE45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827A049-C9FD-554E-9B01-F151B0D9E86B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76832559-4D18-8744-AB91-9FCFAB732477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BF97A623-E5DC-1B44-B687-8643B9F0D741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637BBE1-2C82-4E45-B5C5-35E07B05E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1" y="764973"/>
            <a:ext cx="3609982" cy="1395043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01F2E-A734-364B-8A7D-990D6B889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4832" y="770890"/>
            <a:ext cx="6112517" cy="480057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7CBAD9-5515-1748-8E77-F48160F4ED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150" y="2160016"/>
            <a:ext cx="3609983" cy="37089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A6C22B-80D4-AA42-9999-401E37B46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11/26/2023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055DE4-33E8-7F4B-9334-95EA60845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470FA5-21EE-D742-8F01-C1BAE0FDB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EF966AA-D7DF-F84D-80D4-E216A641B005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0531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210D391A-F01E-4947-8A01-95438AA0B323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D499306-B4E0-064D-8F6C-96E9C4BD04DA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AF3D0241-0A21-8047-8CE3-B3FDD5FDF719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3083F97-6891-0447-957C-AB0834B826D2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2EF7D75-E7C1-5147-A03B-3EC641CF3B08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6D7CA94-94B4-C140-8C68-01C0ADFA1C71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11CD629-C318-A848-BDDE-BBA9465EBF9D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2A5AC1F8-1370-E946-977E-E4CFC6947BA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4CEE63B-B967-0A48-9623-220376760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89"/>
            <a:ext cx="3609983" cy="1389127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11F680-28C8-FA44-9CD5-20709DA02E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23838" y="890816"/>
            <a:ext cx="6060136" cy="4870411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D507CD-197E-BB4C-83A6-DA3FC97A22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150" y="2160016"/>
            <a:ext cx="3609983" cy="360121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9E00AC-DF6C-D548-8A06-D6269BDB0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11/26/2023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ED113B-57D4-9A4F-BFE0-2A3963B42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0D9954-FA18-8948-AA52-21CED0594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E3EB25D-2379-5040-B990-1C99B0B7D931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4791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7ED46EE4-CE67-DD46-A751-9FEA049A22B8}"/>
              </a:ext>
            </a:extLst>
          </p:cNvPr>
          <p:cNvGrpSpPr/>
          <p:nvPr/>
        </p:nvGrpSpPr>
        <p:grpSpPr>
          <a:xfrm>
            <a:off x="8928528" y="0"/>
            <a:ext cx="3263472" cy="6858000"/>
            <a:chOff x="8928528" y="0"/>
            <a:chExt cx="3263472" cy="6858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955C5B70-D34F-8A49-B220-808CE2BBB7F3}"/>
                </a:ext>
              </a:extLst>
            </p:cNvPr>
            <p:cNvSpPr/>
            <p:nvPr/>
          </p:nvSpPr>
          <p:spPr>
            <a:xfrm>
              <a:off x="8928528" y="491812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BBFE624-6DBD-8541-B43B-180C0AFA21F0}"/>
                </a:ext>
              </a:extLst>
            </p:cNvPr>
            <p:cNvSpPr/>
            <p:nvPr/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6E01AC23-2120-A542-B140-5A29AA27A2C8}"/>
                </a:ext>
              </a:extLst>
            </p:cNvPr>
            <p:cNvSpPr/>
            <p:nvPr/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154689C0-9C35-9B4D-906B-DA287DA55A38}"/>
                </a:ext>
              </a:extLst>
            </p:cNvPr>
            <p:cNvSpPr/>
            <p:nvPr/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696570F0-11E0-6147-9053-E3A4B5DBA0E4}"/>
                </a:ext>
              </a:extLst>
            </p:cNvPr>
            <p:cNvSpPr/>
            <p:nvPr/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BDD97F6-A366-B54A-B889-42E97AFEDE37}"/>
                </a:ext>
              </a:extLst>
            </p:cNvPr>
            <p:cNvSpPr/>
            <p:nvPr/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58E853BC-EE80-374B-B823-8D51A948C4CF}"/>
                </a:ext>
              </a:extLst>
            </p:cNvPr>
            <p:cNvSpPr/>
            <p:nvPr/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4B5B70B1-649D-9848-B5D4-6DE04D55F5F0}"/>
                </a:ext>
              </a:extLst>
            </p:cNvPr>
            <p:cNvSpPr/>
            <p:nvPr/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46A2092A-2157-0A49-937F-BBAE14687DE7}"/>
                </a:ext>
              </a:extLst>
            </p:cNvPr>
            <p:cNvSpPr/>
            <p:nvPr/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F092371E-D526-AF43-816F-F7AEBA9FF166}"/>
                </a:ext>
              </a:extLst>
            </p:cNvPr>
            <p:cNvSpPr/>
            <p:nvPr/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06995714-B51E-E84A-9FD5-3AD33004E517}"/>
                </a:ext>
              </a:extLst>
            </p:cNvPr>
            <p:cNvSpPr/>
            <p:nvPr/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0FDB0CC5-76AA-6E44-8376-4EE649C1DE42}"/>
                </a:ext>
              </a:extLst>
            </p:cNvPr>
            <p:cNvSpPr/>
            <p:nvPr/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3D981F0B-8982-1C45-8D7C-30E744003823}"/>
                </a:ext>
              </a:extLst>
            </p:cNvPr>
            <p:cNvSpPr/>
            <p:nvPr/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76EEB7-1E87-0447-8CD6-DD220CF4E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8AE526-3A03-9B41-8C9F-27156E701C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08D72-182D-C947-B3F7-B74948D08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11/26/2023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76E396-D059-AF4D-A1D9-C1347978A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845B6-87C0-2F4A-8146-00E911CDF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480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78A912D-4325-C449-BF2E-F331A221C695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7335146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7788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C3803ECC-8207-244B-8051-94AA5304EDD9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F2E8536-821C-3846-A152-2001B7BA4BC9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7A02781-FFB4-C04E-97FB-78D26A9E8F1C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4C29607-37D2-7A4B-98E2-2C851CD6776C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12FC7BA-80CC-1C4E-B268-B3EEA08137F1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BEBC8FB1-96B9-D84A-BD2A-BC8410EBE012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A8455B4-A778-B44D-A7E8-C45A4846D9F7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407CCA-80EF-2B45-8F8C-7D5796A61B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950095" y="976630"/>
            <a:ext cx="2268507" cy="47845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A221C3-F2D3-FC4F-938B-4C4CAC7370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65150" y="976630"/>
            <a:ext cx="8264057" cy="478459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61B46-3E9A-AC48-8C84-5B46EA1EC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11/26/2023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F8F49-5859-714C-8EE1-61A74F324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B6F69-3FFA-D94F-BA99-873D36F7F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31B40EC-87DB-A64F-9D4B-98A86F7CEFFF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8082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0D98E2-86CE-4D4F-9F8F-17C83D19A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90"/>
            <a:ext cx="7335835" cy="126898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04B4F2-48A4-A140-B59B-7A2ED9FD46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50" y="2160016"/>
            <a:ext cx="7335835" cy="3601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F4A7E-D5FF-BF48-8E01-8F46150ABF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6928" y="457200"/>
            <a:ext cx="36082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A5B0A250-5CC0-1746-B209-08E8B0DAE6AF}" type="datetimeFigureOut">
              <a:rPr lang="en-US" smtClean="0"/>
              <a:pPr/>
              <a:t>11/26/2023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31757-5039-BF46-B47A-50DA8FFBC0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5150" y="6141085"/>
            <a:ext cx="36082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3FD16-4337-B940-905E-D20A26FD48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9678" y="6141085"/>
            <a:ext cx="8138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8848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64EACB-089F-241C-E1E0-3BD8CF49998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9687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31" name="Rectangle">
            <a:extLst>
              <a:ext uri="{FF2B5EF4-FFF2-40B4-BE49-F238E27FC236}">
                <a16:creationId xmlns:a16="http://schemas.microsoft.com/office/drawing/2014/main" id="{C1FDB97C-3AD1-C545-A219-4B4FCF5AEF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976630"/>
            <a:ext cx="5106597" cy="4904739"/>
          </a:xfrm>
          <a:prstGeom prst="rect">
            <a:avLst/>
          </a:prstGeom>
          <a:gradFill flip="none" rotWithShape="1">
            <a:gsLst>
              <a:gs pos="31000">
                <a:schemeClr val="bg1">
                  <a:alpha val="80000"/>
                </a:schemeClr>
              </a:gs>
              <a:gs pos="0">
                <a:schemeClr val="bg1"/>
              </a:gs>
              <a:gs pos="100000">
                <a:schemeClr val="bg1">
                  <a:alpha val="34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/>
            <a:endParaRPr sz="2600" cap="all" dirty="0">
              <a:solidFill>
                <a:srgbClr val="FFFFFF"/>
              </a:solidFill>
              <a:sym typeface="Avenir Nex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E72625-5386-06C4-8210-222DCD9C72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150" y="1302512"/>
            <a:ext cx="4209293" cy="2826422"/>
          </a:xfrm>
        </p:spPr>
        <p:txBody>
          <a:bodyPr>
            <a:normAutofit/>
          </a:bodyPr>
          <a:lstStyle/>
          <a:p>
            <a:r>
              <a:rPr lang="en-US" sz="5400"/>
              <a:t>Academia Nest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7C1C9F-7432-99A7-A7B6-8BB062CC1C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5151" y="4283239"/>
            <a:ext cx="4209292" cy="1272249"/>
          </a:xfrm>
        </p:spPr>
        <p:txBody>
          <a:bodyPr>
            <a:normAutofit/>
          </a:bodyPr>
          <a:lstStyle/>
          <a:p>
            <a:r>
              <a:rPr lang="en-US" dirty="0"/>
              <a:t>Educational Website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3A266FA8-F626-1C42-B021-A57818E97B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1746" y="0"/>
            <a:ext cx="1900254" cy="6858000"/>
            <a:chOff x="10291746" y="0"/>
            <a:chExt cx="1900254" cy="6858000"/>
          </a:xfrm>
        </p:grpSpPr>
        <p:sp>
          <p:nvSpPr>
            <p:cNvPr id="34" name="Freeform 55">
              <a:extLst>
                <a:ext uri="{FF2B5EF4-FFF2-40B4-BE49-F238E27FC236}">
                  <a16:creationId xmlns:a16="http://schemas.microsoft.com/office/drawing/2014/main" id="{2B43B9E4-DCCD-B14F-9DC7-6EF6DF1F61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5829" y="809310"/>
              <a:ext cx="536171" cy="1124839"/>
            </a:xfrm>
            <a:custGeom>
              <a:avLst/>
              <a:gdLst>
                <a:gd name="connsiteX0" fmla="*/ 536171 w 536171"/>
                <a:gd name="connsiteY0" fmla="*/ 0 h 1124839"/>
                <a:gd name="connsiteX1" fmla="*/ 536171 w 536171"/>
                <a:gd name="connsiteY1" fmla="*/ 1124839 h 1124839"/>
                <a:gd name="connsiteX2" fmla="*/ 451423 w 536171"/>
                <a:gd name="connsiteY2" fmla="*/ 1116295 h 1124839"/>
                <a:gd name="connsiteX3" fmla="*/ 0 w 536171"/>
                <a:gd name="connsiteY3" fmla="*/ 562419 h 1124839"/>
                <a:gd name="connsiteX4" fmla="*/ 451423 w 536171"/>
                <a:gd name="connsiteY4" fmla="*/ 8543 h 1124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6171" h="1124839">
                  <a:moveTo>
                    <a:pt x="536171" y="0"/>
                  </a:moveTo>
                  <a:lnTo>
                    <a:pt x="536171" y="1124839"/>
                  </a:lnTo>
                  <a:lnTo>
                    <a:pt x="451423" y="1116295"/>
                  </a:lnTo>
                  <a:cubicBezTo>
                    <a:pt x="193797" y="1063577"/>
                    <a:pt x="0" y="835630"/>
                    <a:pt x="0" y="562419"/>
                  </a:cubicBezTo>
                  <a:cubicBezTo>
                    <a:pt x="0" y="289208"/>
                    <a:pt x="193797" y="61261"/>
                    <a:pt x="451423" y="85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 56">
              <a:extLst>
                <a:ext uri="{FF2B5EF4-FFF2-40B4-BE49-F238E27FC236}">
                  <a16:creationId xmlns:a16="http://schemas.microsoft.com/office/drawing/2014/main" id="{778EA148-BF2C-2F4F-B0F5-E0C8EFCF5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748" y="0"/>
              <a:ext cx="1130725" cy="565362"/>
            </a:xfrm>
            <a:custGeom>
              <a:avLst/>
              <a:gdLst>
                <a:gd name="connsiteX0" fmla="*/ 0 w 1130725"/>
                <a:gd name="connsiteY0" fmla="*/ 0 h 565362"/>
                <a:gd name="connsiteX1" fmla="*/ 25420 w 1130725"/>
                <a:gd name="connsiteY1" fmla="*/ 0 h 565362"/>
                <a:gd name="connsiteX2" fmla="*/ 36369 w 1130725"/>
                <a:gd name="connsiteY2" fmla="*/ 108609 h 565362"/>
                <a:gd name="connsiteX3" fmla="*/ 565363 w 1130725"/>
                <a:gd name="connsiteY3" fmla="*/ 539750 h 565362"/>
                <a:gd name="connsiteX4" fmla="*/ 1094356 w 1130725"/>
                <a:gd name="connsiteY4" fmla="*/ 108609 h 565362"/>
                <a:gd name="connsiteX5" fmla="*/ 1105305 w 1130725"/>
                <a:gd name="connsiteY5" fmla="*/ 0 h 565362"/>
                <a:gd name="connsiteX6" fmla="*/ 1130725 w 1130725"/>
                <a:gd name="connsiteY6" fmla="*/ 0 h 565362"/>
                <a:gd name="connsiteX7" fmla="*/ 565363 w 1130725"/>
                <a:gd name="connsiteY7" fmla="*/ 565362 h 565362"/>
                <a:gd name="connsiteX8" fmla="*/ 0 w 1130725"/>
                <a:gd name="connsiteY8" fmla="*/ 0 h 565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30725" h="565362">
                  <a:moveTo>
                    <a:pt x="0" y="0"/>
                  </a:moveTo>
                  <a:lnTo>
                    <a:pt x="25420" y="0"/>
                  </a:lnTo>
                  <a:lnTo>
                    <a:pt x="36369" y="108609"/>
                  </a:lnTo>
                  <a:cubicBezTo>
                    <a:pt x="86718" y="354660"/>
                    <a:pt x="304425" y="539750"/>
                    <a:pt x="565363" y="539750"/>
                  </a:cubicBezTo>
                  <a:cubicBezTo>
                    <a:pt x="826300" y="539750"/>
                    <a:pt x="1044007" y="354660"/>
                    <a:pt x="1094356" y="108609"/>
                  </a:cubicBezTo>
                  <a:lnTo>
                    <a:pt x="1105305" y="0"/>
                  </a:lnTo>
                  <a:lnTo>
                    <a:pt x="1130725" y="0"/>
                  </a:lnTo>
                  <a:cubicBezTo>
                    <a:pt x="1130725" y="312241"/>
                    <a:pt x="877604" y="565362"/>
                    <a:pt x="565363" y="565362"/>
                  </a:cubicBezTo>
                  <a:cubicBezTo>
                    <a:pt x="253121" y="565362"/>
                    <a:pt x="0" y="312241"/>
                    <a:pt x="0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" name="Freeform 57">
              <a:extLst>
                <a:ext uri="{FF2B5EF4-FFF2-40B4-BE49-F238E27FC236}">
                  <a16:creationId xmlns:a16="http://schemas.microsoft.com/office/drawing/2014/main" id="{A2CACC73-49F7-E24D-92B3-BBFE987027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578" y="0"/>
              <a:ext cx="535422" cy="562344"/>
            </a:xfrm>
            <a:custGeom>
              <a:avLst/>
              <a:gdLst>
                <a:gd name="connsiteX0" fmla="*/ 0 w 535422"/>
                <a:gd name="connsiteY0" fmla="*/ 0 h 562344"/>
                <a:gd name="connsiteX1" fmla="*/ 25421 w 535422"/>
                <a:gd name="connsiteY1" fmla="*/ 0 h 562344"/>
                <a:gd name="connsiteX2" fmla="*/ 36370 w 535422"/>
                <a:gd name="connsiteY2" fmla="*/ 108609 h 562344"/>
                <a:gd name="connsiteX3" fmla="*/ 469781 w 535422"/>
                <a:gd name="connsiteY3" fmla="*/ 531316 h 562344"/>
                <a:gd name="connsiteX4" fmla="*/ 535422 w 535422"/>
                <a:gd name="connsiteY4" fmla="*/ 537108 h 562344"/>
                <a:gd name="connsiteX5" fmla="*/ 535422 w 535422"/>
                <a:gd name="connsiteY5" fmla="*/ 562344 h 562344"/>
                <a:gd name="connsiteX6" fmla="*/ 451424 w 535422"/>
                <a:gd name="connsiteY6" fmla="*/ 553876 h 562344"/>
                <a:gd name="connsiteX7" fmla="*/ 0 w 535422"/>
                <a:gd name="connsiteY7" fmla="*/ 0 h 562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5422" h="562344">
                  <a:moveTo>
                    <a:pt x="0" y="0"/>
                  </a:moveTo>
                  <a:lnTo>
                    <a:pt x="25421" y="0"/>
                  </a:lnTo>
                  <a:lnTo>
                    <a:pt x="36370" y="108609"/>
                  </a:lnTo>
                  <a:cubicBezTo>
                    <a:pt x="80425" y="323904"/>
                    <a:pt x="252614" y="492525"/>
                    <a:pt x="469781" y="531316"/>
                  </a:cubicBezTo>
                  <a:lnTo>
                    <a:pt x="535422" y="537108"/>
                  </a:lnTo>
                  <a:lnTo>
                    <a:pt x="535422" y="562344"/>
                  </a:lnTo>
                  <a:lnTo>
                    <a:pt x="451424" y="553876"/>
                  </a:lnTo>
                  <a:cubicBezTo>
                    <a:pt x="193797" y="501158"/>
                    <a:pt x="0" y="273211"/>
                    <a:pt x="0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Freeform 58">
              <a:extLst>
                <a:ext uri="{FF2B5EF4-FFF2-40B4-BE49-F238E27FC236}">
                  <a16:creationId xmlns:a16="http://schemas.microsoft.com/office/drawing/2014/main" id="{58FF2A73-C08D-E244-97FA-CCE6B5ABB9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578" y="2181112"/>
              <a:ext cx="535422" cy="1124687"/>
            </a:xfrm>
            <a:custGeom>
              <a:avLst/>
              <a:gdLst>
                <a:gd name="connsiteX0" fmla="*/ 535422 w 535422"/>
                <a:gd name="connsiteY0" fmla="*/ 0 h 1124687"/>
                <a:gd name="connsiteX1" fmla="*/ 535422 w 535422"/>
                <a:gd name="connsiteY1" fmla="*/ 25186 h 1124687"/>
                <a:gd name="connsiteX2" fmla="*/ 456541 w 535422"/>
                <a:gd name="connsiteY2" fmla="*/ 33138 h 1124687"/>
                <a:gd name="connsiteX3" fmla="*/ 25399 w 535422"/>
                <a:gd name="connsiteY3" fmla="*/ 562130 h 1124687"/>
                <a:gd name="connsiteX4" fmla="*/ 456541 w 535422"/>
                <a:gd name="connsiteY4" fmla="*/ 1091123 h 1124687"/>
                <a:gd name="connsiteX5" fmla="*/ 535422 w 535422"/>
                <a:gd name="connsiteY5" fmla="*/ 1099075 h 1124687"/>
                <a:gd name="connsiteX6" fmla="*/ 535422 w 535422"/>
                <a:gd name="connsiteY6" fmla="*/ 1124687 h 1124687"/>
                <a:gd name="connsiteX7" fmla="*/ 451423 w 535422"/>
                <a:gd name="connsiteY7" fmla="*/ 1116219 h 1124687"/>
                <a:gd name="connsiteX8" fmla="*/ 0 w 535422"/>
                <a:gd name="connsiteY8" fmla="*/ 562343 h 1124687"/>
                <a:gd name="connsiteX9" fmla="*/ 451423 w 535422"/>
                <a:gd name="connsiteY9" fmla="*/ 8468 h 112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5422" h="1124687">
                  <a:moveTo>
                    <a:pt x="535422" y="0"/>
                  </a:moveTo>
                  <a:lnTo>
                    <a:pt x="535422" y="25186"/>
                  </a:lnTo>
                  <a:lnTo>
                    <a:pt x="456541" y="33138"/>
                  </a:lnTo>
                  <a:cubicBezTo>
                    <a:pt x="210489" y="83487"/>
                    <a:pt x="25399" y="301194"/>
                    <a:pt x="25399" y="562130"/>
                  </a:cubicBezTo>
                  <a:cubicBezTo>
                    <a:pt x="25399" y="823067"/>
                    <a:pt x="210489" y="1040774"/>
                    <a:pt x="456541" y="1091123"/>
                  </a:cubicBezTo>
                  <a:lnTo>
                    <a:pt x="535422" y="1099075"/>
                  </a:lnTo>
                  <a:lnTo>
                    <a:pt x="535422" y="1124687"/>
                  </a:lnTo>
                  <a:lnTo>
                    <a:pt x="451423" y="1116219"/>
                  </a:lnTo>
                  <a:cubicBezTo>
                    <a:pt x="193797" y="1063501"/>
                    <a:pt x="0" y="835554"/>
                    <a:pt x="0" y="562343"/>
                  </a:cubicBezTo>
                  <a:cubicBezTo>
                    <a:pt x="0" y="289132"/>
                    <a:pt x="193797" y="61185"/>
                    <a:pt x="451423" y="8468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 59">
              <a:extLst>
                <a:ext uri="{FF2B5EF4-FFF2-40B4-BE49-F238E27FC236}">
                  <a16:creationId xmlns:a16="http://schemas.microsoft.com/office/drawing/2014/main" id="{F9251654-A54A-C947-8F27-7511D3D98F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746" y="806365"/>
              <a:ext cx="1130726" cy="1130724"/>
            </a:xfrm>
            <a:custGeom>
              <a:avLst/>
              <a:gdLst>
                <a:gd name="connsiteX0" fmla="*/ 565363 w 1130726"/>
                <a:gd name="connsiteY0" fmla="*/ 25186 h 1130724"/>
                <a:gd name="connsiteX1" fmla="*/ 25399 w 1130726"/>
                <a:gd name="connsiteY1" fmla="*/ 565149 h 1130724"/>
                <a:gd name="connsiteX2" fmla="*/ 565363 w 1130726"/>
                <a:gd name="connsiteY2" fmla="*/ 1105112 h 1130724"/>
                <a:gd name="connsiteX3" fmla="*/ 1105327 w 1130726"/>
                <a:gd name="connsiteY3" fmla="*/ 565149 h 1130724"/>
                <a:gd name="connsiteX4" fmla="*/ 565363 w 1130726"/>
                <a:gd name="connsiteY4" fmla="*/ 25186 h 1130724"/>
                <a:gd name="connsiteX5" fmla="*/ 565363 w 1130726"/>
                <a:gd name="connsiteY5" fmla="*/ 0 h 1130724"/>
                <a:gd name="connsiteX6" fmla="*/ 1130726 w 1130726"/>
                <a:gd name="connsiteY6" fmla="*/ 565362 h 1130724"/>
                <a:gd name="connsiteX7" fmla="*/ 565363 w 1130726"/>
                <a:gd name="connsiteY7" fmla="*/ 1130724 h 1130724"/>
                <a:gd name="connsiteX8" fmla="*/ 0 w 1130726"/>
                <a:gd name="connsiteY8" fmla="*/ 565362 h 1130724"/>
                <a:gd name="connsiteX9" fmla="*/ 565363 w 1130726"/>
                <a:gd name="connsiteY9" fmla="*/ 0 h 1130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30726" h="1130724">
                  <a:moveTo>
                    <a:pt x="565363" y="25186"/>
                  </a:moveTo>
                  <a:cubicBezTo>
                    <a:pt x="267149" y="25186"/>
                    <a:pt x="25399" y="266936"/>
                    <a:pt x="25399" y="565149"/>
                  </a:cubicBezTo>
                  <a:cubicBezTo>
                    <a:pt x="25399" y="863362"/>
                    <a:pt x="267149" y="1105112"/>
                    <a:pt x="565363" y="1105112"/>
                  </a:cubicBezTo>
                  <a:cubicBezTo>
                    <a:pt x="863577" y="1105112"/>
                    <a:pt x="1105327" y="863362"/>
                    <a:pt x="1105327" y="565149"/>
                  </a:cubicBezTo>
                  <a:cubicBezTo>
                    <a:pt x="1105327" y="266936"/>
                    <a:pt x="863577" y="25186"/>
                    <a:pt x="565363" y="25186"/>
                  </a:cubicBezTo>
                  <a:close/>
                  <a:moveTo>
                    <a:pt x="565363" y="0"/>
                  </a:moveTo>
                  <a:cubicBezTo>
                    <a:pt x="877604" y="0"/>
                    <a:pt x="1130726" y="253121"/>
                    <a:pt x="1130726" y="565362"/>
                  </a:cubicBezTo>
                  <a:cubicBezTo>
                    <a:pt x="1130726" y="877603"/>
                    <a:pt x="877604" y="1130724"/>
                    <a:pt x="565363" y="1130724"/>
                  </a:cubicBezTo>
                  <a:cubicBezTo>
                    <a:pt x="253122" y="1130724"/>
                    <a:pt x="0" y="877603"/>
                    <a:pt x="0" y="565362"/>
                  </a:cubicBezTo>
                  <a:cubicBezTo>
                    <a:pt x="0" y="253121"/>
                    <a:pt x="253122" y="0"/>
                    <a:pt x="565363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 60">
              <a:extLst>
                <a:ext uri="{FF2B5EF4-FFF2-40B4-BE49-F238E27FC236}">
                  <a16:creationId xmlns:a16="http://schemas.microsoft.com/office/drawing/2014/main" id="{7005C174-7450-D94C-966E-15D46489B7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578" y="3552837"/>
              <a:ext cx="535422" cy="1124688"/>
            </a:xfrm>
            <a:custGeom>
              <a:avLst/>
              <a:gdLst>
                <a:gd name="connsiteX0" fmla="*/ 535422 w 535422"/>
                <a:gd name="connsiteY0" fmla="*/ 0 h 1124688"/>
                <a:gd name="connsiteX1" fmla="*/ 535422 w 535422"/>
                <a:gd name="connsiteY1" fmla="*/ 25186 h 1124688"/>
                <a:gd name="connsiteX2" fmla="*/ 456541 w 535422"/>
                <a:gd name="connsiteY2" fmla="*/ 33138 h 1124688"/>
                <a:gd name="connsiteX3" fmla="*/ 25399 w 535422"/>
                <a:gd name="connsiteY3" fmla="*/ 562131 h 1124688"/>
                <a:gd name="connsiteX4" fmla="*/ 456541 w 535422"/>
                <a:gd name="connsiteY4" fmla="*/ 1091124 h 1124688"/>
                <a:gd name="connsiteX5" fmla="*/ 535422 w 535422"/>
                <a:gd name="connsiteY5" fmla="*/ 1099076 h 1124688"/>
                <a:gd name="connsiteX6" fmla="*/ 535422 w 535422"/>
                <a:gd name="connsiteY6" fmla="*/ 1124688 h 1124688"/>
                <a:gd name="connsiteX7" fmla="*/ 451423 w 535422"/>
                <a:gd name="connsiteY7" fmla="*/ 1116220 h 1124688"/>
                <a:gd name="connsiteX8" fmla="*/ 0 w 535422"/>
                <a:gd name="connsiteY8" fmla="*/ 562344 h 1124688"/>
                <a:gd name="connsiteX9" fmla="*/ 451423 w 535422"/>
                <a:gd name="connsiteY9" fmla="*/ 8468 h 1124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5422" h="1124688">
                  <a:moveTo>
                    <a:pt x="535422" y="0"/>
                  </a:moveTo>
                  <a:lnTo>
                    <a:pt x="535422" y="25186"/>
                  </a:lnTo>
                  <a:lnTo>
                    <a:pt x="456541" y="33138"/>
                  </a:lnTo>
                  <a:cubicBezTo>
                    <a:pt x="210489" y="83488"/>
                    <a:pt x="25399" y="301195"/>
                    <a:pt x="25399" y="562131"/>
                  </a:cubicBezTo>
                  <a:cubicBezTo>
                    <a:pt x="25399" y="823068"/>
                    <a:pt x="210489" y="1040775"/>
                    <a:pt x="456541" y="1091124"/>
                  </a:cubicBezTo>
                  <a:lnTo>
                    <a:pt x="535422" y="1099076"/>
                  </a:lnTo>
                  <a:lnTo>
                    <a:pt x="535422" y="1124688"/>
                  </a:lnTo>
                  <a:lnTo>
                    <a:pt x="451423" y="1116220"/>
                  </a:lnTo>
                  <a:cubicBezTo>
                    <a:pt x="193797" y="1063502"/>
                    <a:pt x="0" y="835555"/>
                    <a:pt x="0" y="562344"/>
                  </a:cubicBezTo>
                  <a:cubicBezTo>
                    <a:pt x="0" y="289133"/>
                    <a:pt x="193797" y="61186"/>
                    <a:pt x="451423" y="8468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 61">
              <a:extLst>
                <a:ext uri="{FF2B5EF4-FFF2-40B4-BE49-F238E27FC236}">
                  <a16:creationId xmlns:a16="http://schemas.microsoft.com/office/drawing/2014/main" id="{BC08F9D6-DAB6-B34E-A0D1-199D9B5315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642" y="6295916"/>
              <a:ext cx="535358" cy="562084"/>
            </a:xfrm>
            <a:custGeom>
              <a:avLst/>
              <a:gdLst>
                <a:gd name="connsiteX0" fmla="*/ 535358 w 535358"/>
                <a:gd name="connsiteY0" fmla="*/ 0 h 562084"/>
                <a:gd name="connsiteX1" fmla="*/ 535358 w 535358"/>
                <a:gd name="connsiteY1" fmla="*/ 25186 h 562084"/>
                <a:gd name="connsiteX2" fmla="*/ 469717 w 535358"/>
                <a:gd name="connsiteY2" fmla="*/ 30978 h 562084"/>
                <a:gd name="connsiteX3" fmla="*/ 36306 w 535358"/>
                <a:gd name="connsiteY3" fmla="*/ 453686 h 562084"/>
                <a:gd name="connsiteX4" fmla="*/ 25378 w 535358"/>
                <a:gd name="connsiteY4" fmla="*/ 562084 h 562084"/>
                <a:gd name="connsiteX5" fmla="*/ 0 w 535358"/>
                <a:gd name="connsiteY5" fmla="*/ 562084 h 562084"/>
                <a:gd name="connsiteX6" fmla="*/ 11423 w 535358"/>
                <a:gd name="connsiteY6" fmla="*/ 448780 h 562084"/>
                <a:gd name="connsiteX7" fmla="*/ 465221 w 535358"/>
                <a:gd name="connsiteY7" fmla="*/ 6189 h 562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5358" h="562084">
                  <a:moveTo>
                    <a:pt x="535358" y="0"/>
                  </a:moveTo>
                  <a:lnTo>
                    <a:pt x="535358" y="25186"/>
                  </a:lnTo>
                  <a:lnTo>
                    <a:pt x="469717" y="30978"/>
                  </a:lnTo>
                  <a:cubicBezTo>
                    <a:pt x="252550" y="69769"/>
                    <a:pt x="80361" y="238391"/>
                    <a:pt x="36306" y="453686"/>
                  </a:cubicBezTo>
                  <a:lnTo>
                    <a:pt x="25378" y="562084"/>
                  </a:lnTo>
                  <a:lnTo>
                    <a:pt x="0" y="562084"/>
                  </a:lnTo>
                  <a:lnTo>
                    <a:pt x="11423" y="448780"/>
                  </a:lnTo>
                  <a:cubicBezTo>
                    <a:pt x="57551" y="223357"/>
                    <a:pt x="237840" y="46805"/>
                    <a:pt x="465221" y="6189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402036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38948-B8A1-2647-9CAB-5A59FAB6A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Academia Nest?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4EE01-7073-E491-D034-18212CAD21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website that allows online learning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Improve the following</a:t>
            </a:r>
          </a:p>
          <a:p>
            <a:r>
              <a:rPr lang="en-US" dirty="0"/>
              <a:t>Knowledge</a:t>
            </a:r>
          </a:p>
          <a:p>
            <a:r>
              <a:rPr lang="en-US" dirty="0"/>
              <a:t>Skills</a:t>
            </a:r>
          </a:p>
          <a:p>
            <a:r>
              <a:rPr lang="en-US" dirty="0"/>
              <a:t>Creativity</a:t>
            </a:r>
          </a:p>
        </p:txBody>
      </p:sp>
    </p:spTree>
    <p:extLst>
      <p:ext uri="{BB962C8B-B14F-4D97-AF65-F5344CB8AC3E}">
        <p14:creationId xmlns:p14="http://schemas.microsoft.com/office/powerpoint/2010/main" val="6265093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EB094D-71F0-045D-52F4-CDD8C2CA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1" y="770890"/>
            <a:ext cx="4133559" cy="1268984"/>
          </a:xfrm>
        </p:spPr>
        <p:txBody>
          <a:bodyPr>
            <a:normAutofit/>
          </a:bodyPr>
          <a:lstStyle/>
          <a:p>
            <a:r>
              <a:rPr lang="en-US" dirty="0"/>
              <a:t>Domain Choice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249A10-0BFD-EE38-BE68-BF9B8BDFB9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51" y="2160016"/>
            <a:ext cx="4133559" cy="36012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website centered around the goals</a:t>
            </a:r>
          </a:p>
          <a:p>
            <a:r>
              <a:rPr lang="en-US" dirty="0"/>
              <a:t>To educate</a:t>
            </a:r>
          </a:p>
          <a:p>
            <a:r>
              <a:rPr lang="en-US" dirty="0"/>
              <a:t>To teach skills</a:t>
            </a:r>
          </a:p>
          <a:p>
            <a:r>
              <a:rPr lang="en-US" dirty="0"/>
              <a:t>Create a safe environment</a:t>
            </a:r>
          </a:p>
          <a:p>
            <a:endParaRPr lang="en-US" dirty="0"/>
          </a:p>
        </p:txBody>
      </p:sp>
      <p:pic>
        <p:nvPicPr>
          <p:cNvPr id="7" name="Graphic 6" descr="Classroom">
            <a:extLst>
              <a:ext uri="{FF2B5EF4-FFF2-40B4-BE49-F238E27FC236}">
                <a16:creationId xmlns:a16="http://schemas.microsoft.com/office/drawing/2014/main" id="{F66316CC-A13D-5A84-CF11-B3CD0D59CE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78823" y="681645"/>
            <a:ext cx="5486059" cy="5486059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1B5E71B3-7269-894E-A00B-31D341365F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13" name="Freeform 85">
              <a:extLst>
                <a:ext uri="{FF2B5EF4-FFF2-40B4-BE49-F238E27FC236}">
                  <a16:creationId xmlns:a16="http://schemas.microsoft.com/office/drawing/2014/main" id="{FFFA3A20-1539-CC4A-9BE1-7415FE5A98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 87">
              <a:extLst>
                <a:ext uri="{FF2B5EF4-FFF2-40B4-BE49-F238E27FC236}">
                  <a16:creationId xmlns:a16="http://schemas.microsoft.com/office/drawing/2014/main" id="{44EBCCFB-8EAB-2442-8E02-293F08D50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 89">
              <a:extLst>
                <a:ext uri="{FF2B5EF4-FFF2-40B4-BE49-F238E27FC236}">
                  <a16:creationId xmlns:a16="http://schemas.microsoft.com/office/drawing/2014/main" id="{AFD14830-CC36-D64E-8173-398042563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 97">
              <a:extLst>
                <a:ext uri="{FF2B5EF4-FFF2-40B4-BE49-F238E27FC236}">
                  <a16:creationId xmlns:a16="http://schemas.microsoft.com/office/drawing/2014/main" id="{FAA40AB8-EB6E-A44D-B3CA-7D25B64F5A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0A01F17-907D-3541-BBAF-A33828880D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413356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9938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C7F2E4D6-EF46-1C43-8F3E-3620C3C83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32A3DB-57A9-12B0-DE1E-4DCA6D290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90"/>
            <a:ext cx="7335835" cy="1268984"/>
          </a:xfrm>
        </p:spPr>
        <p:txBody>
          <a:bodyPr>
            <a:normAutofit/>
          </a:bodyPr>
          <a:lstStyle/>
          <a:p>
            <a:r>
              <a:rPr lang="en-US" dirty="0"/>
              <a:t>The purpose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F3CF3DF-4809-5B42-9F22-981391379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7335835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E5FF700-0832-7346-B31E-5F46CCA102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4" name="Freeform 37">
              <a:extLst>
                <a:ext uri="{FF2B5EF4-FFF2-40B4-BE49-F238E27FC236}">
                  <a16:creationId xmlns:a16="http://schemas.microsoft.com/office/drawing/2014/main" id="{277D9C66-EBCA-9E4E-9915-3C23A41552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38">
              <a:extLst>
                <a:ext uri="{FF2B5EF4-FFF2-40B4-BE49-F238E27FC236}">
                  <a16:creationId xmlns:a16="http://schemas.microsoft.com/office/drawing/2014/main" id="{77EB4077-104B-084E-957D-3961E1A7B1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 39">
              <a:extLst>
                <a:ext uri="{FF2B5EF4-FFF2-40B4-BE49-F238E27FC236}">
                  <a16:creationId xmlns:a16="http://schemas.microsoft.com/office/drawing/2014/main" id="{4357416B-B608-7C4E-A39F-CC84114218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40">
              <a:extLst>
                <a:ext uri="{FF2B5EF4-FFF2-40B4-BE49-F238E27FC236}">
                  <a16:creationId xmlns:a16="http://schemas.microsoft.com/office/drawing/2014/main" id="{C9272918-42EA-B449-A3F1-EE3EA89D9C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41">
              <a:extLst>
                <a:ext uri="{FF2B5EF4-FFF2-40B4-BE49-F238E27FC236}">
                  <a16:creationId xmlns:a16="http://schemas.microsoft.com/office/drawing/2014/main" id="{B17F1055-397A-B748-8042-F50B0EE39B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42">
              <a:extLst>
                <a:ext uri="{FF2B5EF4-FFF2-40B4-BE49-F238E27FC236}">
                  <a16:creationId xmlns:a16="http://schemas.microsoft.com/office/drawing/2014/main" id="{4B446987-771D-B443-A9EA-9D342077D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aphicFrame>
        <p:nvGraphicFramePr>
          <p:cNvPr id="24" name="Content Placeholder 2">
            <a:extLst>
              <a:ext uri="{FF2B5EF4-FFF2-40B4-BE49-F238E27FC236}">
                <a16:creationId xmlns:a16="http://schemas.microsoft.com/office/drawing/2014/main" id="{6165AD54-0EED-E5DA-3D0F-0B7DBBC0FB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3734256"/>
              </p:ext>
            </p:extLst>
          </p:nvPr>
        </p:nvGraphicFramePr>
        <p:xfrm>
          <a:off x="651537" y="2360428"/>
          <a:ext cx="7163064" cy="34006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077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7F2E4D6-EF46-1C43-8F3E-3620C3C83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AD6E78-8C33-A3BF-6BF3-841FE5044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90"/>
            <a:ext cx="7335835" cy="1268984"/>
          </a:xfrm>
        </p:spPr>
        <p:txBody>
          <a:bodyPr>
            <a:normAutofit/>
          </a:bodyPr>
          <a:lstStyle/>
          <a:p>
            <a:r>
              <a:rPr lang="en-US" dirty="0"/>
              <a:t>Target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5824CF1-E973-7D48-9ECB-68CF79EC0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D30C9BA-FF5E-C4C6-2608-9E7695A7A8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2034825"/>
              </p:ext>
            </p:extLst>
          </p:nvPr>
        </p:nvGraphicFramePr>
        <p:xfrm>
          <a:off x="967562" y="2497074"/>
          <a:ext cx="10249787" cy="32639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82076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7F2E4D6-EF46-1C43-8F3E-3620C3C83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0EBDB1D-17AA-8140-B216-35CBA8C9E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12" name="Freeform 34">
              <a:extLst>
                <a:ext uri="{FF2B5EF4-FFF2-40B4-BE49-F238E27FC236}">
                  <a16:creationId xmlns:a16="http://schemas.microsoft.com/office/drawing/2014/main" id="{98E3FFBE-BCB2-4744-8CA3-BC11F11AD4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Freeform 36">
              <a:extLst>
                <a:ext uri="{FF2B5EF4-FFF2-40B4-BE49-F238E27FC236}">
                  <a16:creationId xmlns:a16="http://schemas.microsoft.com/office/drawing/2014/main" id="{BBD5B432-1551-644A-B937-54EFF42011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 38">
              <a:extLst>
                <a:ext uri="{FF2B5EF4-FFF2-40B4-BE49-F238E27FC236}">
                  <a16:creationId xmlns:a16="http://schemas.microsoft.com/office/drawing/2014/main" id="{BDCFB512-5A0E-0143-B5B7-6A965E100B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 50">
              <a:extLst>
                <a:ext uri="{FF2B5EF4-FFF2-40B4-BE49-F238E27FC236}">
                  <a16:creationId xmlns:a16="http://schemas.microsoft.com/office/drawing/2014/main" id="{EEDAA716-EDDF-5941-A55E-C12C893A39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758DA78-267F-74C0-E4D3-B1E9A5F14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3280" y="770890"/>
            <a:ext cx="4133560" cy="1268984"/>
          </a:xfrm>
        </p:spPr>
        <p:txBody>
          <a:bodyPr>
            <a:normAutofit/>
          </a:bodyPr>
          <a:lstStyle/>
          <a:p>
            <a:r>
              <a:rPr lang="en-US" dirty="0"/>
              <a:t>Functionality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CF84B5-349C-4E76-C40E-15C805BD7A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93280" y="2160016"/>
            <a:ext cx="4133560" cy="3601212"/>
          </a:xfrm>
        </p:spPr>
        <p:txBody>
          <a:bodyPr>
            <a:normAutofit/>
          </a:bodyPr>
          <a:lstStyle/>
          <a:p>
            <a:r>
              <a:rPr lang="en-US" dirty="0"/>
              <a:t>Login/Sign up verification</a:t>
            </a:r>
          </a:p>
          <a:p>
            <a:r>
              <a:rPr lang="en-US" dirty="0"/>
              <a:t>Back and forth navigation</a:t>
            </a:r>
          </a:p>
          <a:p>
            <a:r>
              <a:rPr lang="en-US" dirty="0"/>
              <a:t>Simple theme</a:t>
            </a:r>
          </a:p>
          <a:p>
            <a:r>
              <a:rPr lang="en-US" dirty="0"/>
              <a:t>Animations</a:t>
            </a:r>
          </a:p>
          <a:p>
            <a:r>
              <a:rPr lang="en-US" dirty="0"/>
              <a:t>Intuitive Interface</a:t>
            </a:r>
          </a:p>
        </p:txBody>
      </p:sp>
      <p:pic>
        <p:nvPicPr>
          <p:cNvPr id="5" name="Picture 4" descr="Question mark on green pastel background">
            <a:extLst>
              <a:ext uri="{FF2B5EF4-FFF2-40B4-BE49-F238E27FC236}">
                <a16:creationId xmlns:a16="http://schemas.microsoft.com/office/drawing/2014/main" id="{483E17E4-0323-6480-F717-396B788DEBC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244"/>
          <a:stretch/>
        </p:blipFill>
        <p:spPr>
          <a:xfrm>
            <a:off x="20" y="1"/>
            <a:ext cx="6927143" cy="6857999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F3CF3DF-4809-5B42-9F22-981391379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493279" y="6087110"/>
            <a:ext cx="413356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09406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7F2E4D6-EF46-1C43-8F3E-3620C3C83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0EBDB1D-17AA-8140-B216-35CBA8C9E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12" name="Freeform 34">
              <a:extLst>
                <a:ext uri="{FF2B5EF4-FFF2-40B4-BE49-F238E27FC236}">
                  <a16:creationId xmlns:a16="http://schemas.microsoft.com/office/drawing/2014/main" id="{98E3FFBE-BCB2-4744-8CA3-BC11F11AD4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Freeform 36">
              <a:extLst>
                <a:ext uri="{FF2B5EF4-FFF2-40B4-BE49-F238E27FC236}">
                  <a16:creationId xmlns:a16="http://schemas.microsoft.com/office/drawing/2014/main" id="{BBD5B432-1551-644A-B937-54EFF42011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 38">
              <a:extLst>
                <a:ext uri="{FF2B5EF4-FFF2-40B4-BE49-F238E27FC236}">
                  <a16:creationId xmlns:a16="http://schemas.microsoft.com/office/drawing/2014/main" id="{BDCFB512-5A0E-0143-B5B7-6A965E100B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 50">
              <a:extLst>
                <a:ext uri="{FF2B5EF4-FFF2-40B4-BE49-F238E27FC236}">
                  <a16:creationId xmlns:a16="http://schemas.microsoft.com/office/drawing/2014/main" id="{EEDAA716-EDDF-5941-A55E-C12C893A39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F486870-2873-60E5-D7C0-89CC47F92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3280" y="770890"/>
            <a:ext cx="4133560" cy="126898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Content offered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8F6F2-B3D8-4157-7CE1-52316F0F61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93280" y="2160016"/>
            <a:ext cx="4133560" cy="3601212"/>
          </a:xfrm>
        </p:spPr>
        <p:txBody>
          <a:bodyPr>
            <a:normAutofit/>
          </a:bodyPr>
          <a:lstStyle/>
          <a:p>
            <a:r>
              <a:rPr lang="en-US" dirty="0"/>
              <a:t>Courses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Web Development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Data Science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Artificial Intelligence</a:t>
            </a:r>
          </a:p>
          <a:p>
            <a:pPr marL="0" indent="0">
              <a:buNone/>
            </a:pPr>
            <a:r>
              <a:rPr lang="en-US" dirty="0"/>
              <a:t>And much more!</a:t>
            </a:r>
          </a:p>
        </p:txBody>
      </p:sp>
      <p:pic>
        <p:nvPicPr>
          <p:cNvPr id="5" name="Picture 4" descr="Connected lines and dots to form a network">
            <a:extLst>
              <a:ext uri="{FF2B5EF4-FFF2-40B4-BE49-F238E27FC236}">
                <a16:creationId xmlns:a16="http://schemas.microsoft.com/office/drawing/2014/main" id="{AA420ACA-4B10-E55A-E660-BD09D0097C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261" r="12922"/>
          <a:stretch/>
        </p:blipFill>
        <p:spPr>
          <a:xfrm>
            <a:off x="20" y="1"/>
            <a:ext cx="6927143" cy="6857999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F3CF3DF-4809-5B42-9F22-981391379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493279" y="6087110"/>
            <a:ext cx="413356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0229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C7F2E4D6-EF46-1C43-8F3E-3620C3C83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C44101-5C90-C48A-D3F5-5545728B3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1" y="770890"/>
            <a:ext cx="4133560" cy="1268984"/>
          </a:xfrm>
        </p:spPr>
        <p:txBody>
          <a:bodyPr>
            <a:normAutofit/>
          </a:bodyPr>
          <a:lstStyle/>
          <a:p>
            <a:r>
              <a:rPr lang="en-US" dirty="0"/>
              <a:t>The design</a:t>
            </a:r>
          </a:p>
        </p:txBody>
      </p: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29B216DF-E37B-BA7C-8CEB-6DC1C8545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51" y="2160016"/>
            <a:ext cx="4133560" cy="3601212"/>
          </a:xfrm>
        </p:spPr>
        <p:txBody>
          <a:bodyPr>
            <a:normAutofit/>
          </a:bodyPr>
          <a:lstStyle/>
          <a:p>
            <a:r>
              <a:rPr lang="en-US" dirty="0"/>
              <a:t>Primarily black and white</a:t>
            </a:r>
          </a:p>
          <a:p>
            <a:pPr marL="0" indent="0">
              <a:buNone/>
            </a:pPr>
            <a:r>
              <a:rPr lang="en-US" dirty="0"/>
              <a:t>Minimalist Design</a:t>
            </a:r>
          </a:p>
          <a:p>
            <a:pPr marL="0" indent="0">
              <a:buNone/>
            </a:pPr>
            <a:r>
              <a:rPr lang="en-US" dirty="0"/>
              <a:t>Blue elements</a:t>
            </a:r>
          </a:p>
          <a:p>
            <a:pPr marL="0" indent="0">
              <a:buNone/>
            </a:pPr>
            <a:r>
              <a:rPr lang="en-US" dirty="0"/>
              <a:t>Attention grabbers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Seeking to not overwhelm users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BF3CF3DF-4809-5B42-9F22-981391379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413356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" name="Picture 43">
            <a:extLst>
              <a:ext uri="{FF2B5EF4-FFF2-40B4-BE49-F238E27FC236}">
                <a16:creationId xmlns:a16="http://schemas.microsoft.com/office/drawing/2014/main" id="{8D5DF776-9052-404E-53DC-22C10A417D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2829"/>
          <a:stretch/>
        </p:blipFill>
        <p:spPr>
          <a:xfrm>
            <a:off x="5264837" y="1"/>
            <a:ext cx="6927163" cy="6857999"/>
          </a:xfrm>
          <a:prstGeom prst="rect">
            <a:avLst/>
          </a:prstGeom>
        </p:spPr>
      </p:pic>
      <p:grpSp>
        <p:nvGrpSpPr>
          <p:cNvPr id="66" name="Group 65">
            <a:extLst>
              <a:ext uri="{FF2B5EF4-FFF2-40B4-BE49-F238E27FC236}">
                <a16:creationId xmlns:a16="http://schemas.microsoft.com/office/drawing/2014/main" id="{3FCE1FB7-7E83-C242-A5AD-4646FBE1C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1746" y="0"/>
            <a:ext cx="1900254" cy="6858000"/>
            <a:chOff x="10291746" y="0"/>
            <a:chExt cx="1900254" cy="6858000"/>
          </a:xfrm>
        </p:grpSpPr>
        <p:sp>
          <p:nvSpPr>
            <p:cNvPr id="67" name="Freeform 40">
              <a:extLst>
                <a:ext uri="{FF2B5EF4-FFF2-40B4-BE49-F238E27FC236}">
                  <a16:creationId xmlns:a16="http://schemas.microsoft.com/office/drawing/2014/main" id="{B8D18D83-C725-D745-B62E-4CDC73E31D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5829" y="809310"/>
              <a:ext cx="536171" cy="1124839"/>
            </a:xfrm>
            <a:custGeom>
              <a:avLst/>
              <a:gdLst>
                <a:gd name="connsiteX0" fmla="*/ 536171 w 536171"/>
                <a:gd name="connsiteY0" fmla="*/ 0 h 1124839"/>
                <a:gd name="connsiteX1" fmla="*/ 536171 w 536171"/>
                <a:gd name="connsiteY1" fmla="*/ 1124839 h 1124839"/>
                <a:gd name="connsiteX2" fmla="*/ 451423 w 536171"/>
                <a:gd name="connsiteY2" fmla="*/ 1116295 h 1124839"/>
                <a:gd name="connsiteX3" fmla="*/ 0 w 536171"/>
                <a:gd name="connsiteY3" fmla="*/ 562419 h 1124839"/>
                <a:gd name="connsiteX4" fmla="*/ 451423 w 536171"/>
                <a:gd name="connsiteY4" fmla="*/ 8543 h 1124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6171" h="1124839">
                  <a:moveTo>
                    <a:pt x="536171" y="0"/>
                  </a:moveTo>
                  <a:lnTo>
                    <a:pt x="536171" y="1124839"/>
                  </a:lnTo>
                  <a:lnTo>
                    <a:pt x="451423" y="1116295"/>
                  </a:lnTo>
                  <a:cubicBezTo>
                    <a:pt x="193797" y="1063577"/>
                    <a:pt x="0" y="835630"/>
                    <a:pt x="0" y="562419"/>
                  </a:cubicBezTo>
                  <a:cubicBezTo>
                    <a:pt x="0" y="289208"/>
                    <a:pt x="193797" y="61261"/>
                    <a:pt x="451423" y="85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8" name="Freeform 41">
              <a:extLst>
                <a:ext uri="{FF2B5EF4-FFF2-40B4-BE49-F238E27FC236}">
                  <a16:creationId xmlns:a16="http://schemas.microsoft.com/office/drawing/2014/main" id="{964C4E64-7EB1-3840-94A1-073533B611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748" y="0"/>
              <a:ext cx="1130725" cy="565362"/>
            </a:xfrm>
            <a:custGeom>
              <a:avLst/>
              <a:gdLst>
                <a:gd name="connsiteX0" fmla="*/ 0 w 1130725"/>
                <a:gd name="connsiteY0" fmla="*/ 0 h 565362"/>
                <a:gd name="connsiteX1" fmla="*/ 25420 w 1130725"/>
                <a:gd name="connsiteY1" fmla="*/ 0 h 565362"/>
                <a:gd name="connsiteX2" fmla="*/ 36369 w 1130725"/>
                <a:gd name="connsiteY2" fmla="*/ 108609 h 565362"/>
                <a:gd name="connsiteX3" fmla="*/ 565363 w 1130725"/>
                <a:gd name="connsiteY3" fmla="*/ 539750 h 565362"/>
                <a:gd name="connsiteX4" fmla="*/ 1094356 w 1130725"/>
                <a:gd name="connsiteY4" fmla="*/ 108609 h 565362"/>
                <a:gd name="connsiteX5" fmla="*/ 1105305 w 1130725"/>
                <a:gd name="connsiteY5" fmla="*/ 0 h 565362"/>
                <a:gd name="connsiteX6" fmla="*/ 1130725 w 1130725"/>
                <a:gd name="connsiteY6" fmla="*/ 0 h 565362"/>
                <a:gd name="connsiteX7" fmla="*/ 565363 w 1130725"/>
                <a:gd name="connsiteY7" fmla="*/ 565362 h 565362"/>
                <a:gd name="connsiteX8" fmla="*/ 0 w 1130725"/>
                <a:gd name="connsiteY8" fmla="*/ 0 h 565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30725" h="565362">
                  <a:moveTo>
                    <a:pt x="0" y="0"/>
                  </a:moveTo>
                  <a:lnTo>
                    <a:pt x="25420" y="0"/>
                  </a:lnTo>
                  <a:lnTo>
                    <a:pt x="36369" y="108609"/>
                  </a:lnTo>
                  <a:cubicBezTo>
                    <a:pt x="86718" y="354660"/>
                    <a:pt x="304425" y="539750"/>
                    <a:pt x="565363" y="539750"/>
                  </a:cubicBezTo>
                  <a:cubicBezTo>
                    <a:pt x="826300" y="539750"/>
                    <a:pt x="1044007" y="354660"/>
                    <a:pt x="1094356" y="108609"/>
                  </a:cubicBezTo>
                  <a:lnTo>
                    <a:pt x="1105305" y="0"/>
                  </a:lnTo>
                  <a:lnTo>
                    <a:pt x="1130725" y="0"/>
                  </a:lnTo>
                  <a:cubicBezTo>
                    <a:pt x="1130725" y="312241"/>
                    <a:pt x="877604" y="565362"/>
                    <a:pt x="565363" y="565362"/>
                  </a:cubicBezTo>
                  <a:cubicBezTo>
                    <a:pt x="253121" y="565362"/>
                    <a:pt x="0" y="312241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9" name="Freeform 42">
              <a:extLst>
                <a:ext uri="{FF2B5EF4-FFF2-40B4-BE49-F238E27FC236}">
                  <a16:creationId xmlns:a16="http://schemas.microsoft.com/office/drawing/2014/main" id="{58747916-12E7-2A44-90AC-868676B613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578" y="0"/>
              <a:ext cx="535422" cy="562344"/>
            </a:xfrm>
            <a:custGeom>
              <a:avLst/>
              <a:gdLst>
                <a:gd name="connsiteX0" fmla="*/ 0 w 535422"/>
                <a:gd name="connsiteY0" fmla="*/ 0 h 562344"/>
                <a:gd name="connsiteX1" fmla="*/ 25421 w 535422"/>
                <a:gd name="connsiteY1" fmla="*/ 0 h 562344"/>
                <a:gd name="connsiteX2" fmla="*/ 36370 w 535422"/>
                <a:gd name="connsiteY2" fmla="*/ 108609 h 562344"/>
                <a:gd name="connsiteX3" fmla="*/ 469781 w 535422"/>
                <a:gd name="connsiteY3" fmla="*/ 531316 h 562344"/>
                <a:gd name="connsiteX4" fmla="*/ 535422 w 535422"/>
                <a:gd name="connsiteY4" fmla="*/ 537108 h 562344"/>
                <a:gd name="connsiteX5" fmla="*/ 535422 w 535422"/>
                <a:gd name="connsiteY5" fmla="*/ 562344 h 562344"/>
                <a:gd name="connsiteX6" fmla="*/ 451424 w 535422"/>
                <a:gd name="connsiteY6" fmla="*/ 553876 h 562344"/>
                <a:gd name="connsiteX7" fmla="*/ 0 w 535422"/>
                <a:gd name="connsiteY7" fmla="*/ 0 h 562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5422" h="562344">
                  <a:moveTo>
                    <a:pt x="0" y="0"/>
                  </a:moveTo>
                  <a:lnTo>
                    <a:pt x="25421" y="0"/>
                  </a:lnTo>
                  <a:lnTo>
                    <a:pt x="36370" y="108609"/>
                  </a:lnTo>
                  <a:cubicBezTo>
                    <a:pt x="80425" y="323904"/>
                    <a:pt x="252614" y="492525"/>
                    <a:pt x="469781" y="531316"/>
                  </a:cubicBezTo>
                  <a:lnTo>
                    <a:pt x="535422" y="537108"/>
                  </a:lnTo>
                  <a:lnTo>
                    <a:pt x="535422" y="562344"/>
                  </a:lnTo>
                  <a:lnTo>
                    <a:pt x="451424" y="553876"/>
                  </a:lnTo>
                  <a:cubicBezTo>
                    <a:pt x="193797" y="501158"/>
                    <a:pt x="0" y="273211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0" name="Freeform 43">
              <a:extLst>
                <a:ext uri="{FF2B5EF4-FFF2-40B4-BE49-F238E27FC236}">
                  <a16:creationId xmlns:a16="http://schemas.microsoft.com/office/drawing/2014/main" id="{C62734AC-B154-604F-A35D-C78CF94F7E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578" y="2181112"/>
              <a:ext cx="535422" cy="1124687"/>
            </a:xfrm>
            <a:custGeom>
              <a:avLst/>
              <a:gdLst>
                <a:gd name="connsiteX0" fmla="*/ 535422 w 535422"/>
                <a:gd name="connsiteY0" fmla="*/ 0 h 1124687"/>
                <a:gd name="connsiteX1" fmla="*/ 535422 w 535422"/>
                <a:gd name="connsiteY1" fmla="*/ 25186 h 1124687"/>
                <a:gd name="connsiteX2" fmla="*/ 456541 w 535422"/>
                <a:gd name="connsiteY2" fmla="*/ 33138 h 1124687"/>
                <a:gd name="connsiteX3" fmla="*/ 25399 w 535422"/>
                <a:gd name="connsiteY3" fmla="*/ 562130 h 1124687"/>
                <a:gd name="connsiteX4" fmla="*/ 456541 w 535422"/>
                <a:gd name="connsiteY4" fmla="*/ 1091123 h 1124687"/>
                <a:gd name="connsiteX5" fmla="*/ 535422 w 535422"/>
                <a:gd name="connsiteY5" fmla="*/ 1099075 h 1124687"/>
                <a:gd name="connsiteX6" fmla="*/ 535422 w 535422"/>
                <a:gd name="connsiteY6" fmla="*/ 1124687 h 1124687"/>
                <a:gd name="connsiteX7" fmla="*/ 451423 w 535422"/>
                <a:gd name="connsiteY7" fmla="*/ 1116219 h 1124687"/>
                <a:gd name="connsiteX8" fmla="*/ 0 w 535422"/>
                <a:gd name="connsiteY8" fmla="*/ 562343 h 1124687"/>
                <a:gd name="connsiteX9" fmla="*/ 451423 w 535422"/>
                <a:gd name="connsiteY9" fmla="*/ 8468 h 112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5422" h="1124687">
                  <a:moveTo>
                    <a:pt x="535422" y="0"/>
                  </a:moveTo>
                  <a:lnTo>
                    <a:pt x="535422" y="25186"/>
                  </a:lnTo>
                  <a:lnTo>
                    <a:pt x="456541" y="33138"/>
                  </a:lnTo>
                  <a:cubicBezTo>
                    <a:pt x="210489" y="83487"/>
                    <a:pt x="25399" y="301194"/>
                    <a:pt x="25399" y="562130"/>
                  </a:cubicBezTo>
                  <a:cubicBezTo>
                    <a:pt x="25399" y="823067"/>
                    <a:pt x="210489" y="1040774"/>
                    <a:pt x="456541" y="1091123"/>
                  </a:cubicBezTo>
                  <a:lnTo>
                    <a:pt x="535422" y="1099075"/>
                  </a:lnTo>
                  <a:lnTo>
                    <a:pt x="535422" y="1124687"/>
                  </a:lnTo>
                  <a:lnTo>
                    <a:pt x="451423" y="1116219"/>
                  </a:lnTo>
                  <a:cubicBezTo>
                    <a:pt x="193797" y="1063501"/>
                    <a:pt x="0" y="835554"/>
                    <a:pt x="0" y="562343"/>
                  </a:cubicBezTo>
                  <a:cubicBezTo>
                    <a:pt x="0" y="289132"/>
                    <a:pt x="193797" y="61185"/>
                    <a:pt x="451423" y="846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1" name="Freeform 44">
              <a:extLst>
                <a:ext uri="{FF2B5EF4-FFF2-40B4-BE49-F238E27FC236}">
                  <a16:creationId xmlns:a16="http://schemas.microsoft.com/office/drawing/2014/main" id="{AE04421A-F546-4046-8F52-CAE8232AC1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746" y="806365"/>
              <a:ext cx="1130726" cy="1130724"/>
            </a:xfrm>
            <a:custGeom>
              <a:avLst/>
              <a:gdLst>
                <a:gd name="connsiteX0" fmla="*/ 565363 w 1130726"/>
                <a:gd name="connsiteY0" fmla="*/ 25186 h 1130724"/>
                <a:gd name="connsiteX1" fmla="*/ 25399 w 1130726"/>
                <a:gd name="connsiteY1" fmla="*/ 565149 h 1130724"/>
                <a:gd name="connsiteX2" fmla="*/ 565363 w 1130726"/>
                <a:gd name="connsiteY2" fmla="*/ 1105112 h 1130724"/>
                <a:gd name="connsiteX3" fmla="*/ 1105327 w 1130726"/>
                <a:gd name="connsiteY3" fmla="*/ 565149 h 1130724"/>
                <a:gd name="connsiteX4" fmla="*/ 565363 w 1130726"/>
                <a:gd name="connsiteY4" fmla="*/ 25186 h 1130724"/>
                <a:gd name="connsiteX5" fmla="*/ 565363 w 1130726"/>
                <a:gd name="connsiteY5" fmla="*/ 0 h 1130724"/>
                <a:gd name="connsiteX6" fmla="*/ 1130726 w 1130726"/>
                <a:gd name="connsiteY6" fmla="*/ 565362 h 1130724"/>
                <a:gd name="connsiteX7" fmla="*/ 565363 w 1130726"/>
                <a:gd name="connsiteY7" fmla="*/ 1130724 h 1130724"/>
                <a:gd name="connsiteX8" fmla="*/ 0 w 1130726"/>
                <a:gd name="connsiteY8" fmla="*/ 565362 h 1130724"/>
                <a:gd name="connsiteX9" fmla="*/ 565363 w 1130726"/>
                <a:gd name="connsiteY9" fmla="*/ 0 h 1130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30726" h="1130724">
                  <a:moveTo>
                    <a:pt x="565363" y="25186"/>
                  </a:moveTo>
                  <a:cubicBezTo>
                    <a:pt x="267149" y="25186"/>
                    <a:pt x="25399" y="266936"/>
                    <a:pt x="25399" y="565149"/>
                  </a:cubicBezTo>
                  <a:cubicBezTo>
                    <a:pt x="25399" y="863362"/>
                    <a:pt x="267149" y="1105112"/>
                    <a:pt x="565363" y="1105112"/>
                  </a:cubicBezTo>
                  <a:cubicBezTo>
                    <a:pt x="863577" y="1105112"/>
                    <a:pt x="1105327" y="863362"/>
                    <a:pt x="1105327" y="565149"/>
                  </a:cubicBezTo>
                  <a:cubicBezTo>
                    <a:pt x="1105327" y="266936"/>
                    <a:pt x="863577" y="25186"/>
                    <a:pt x="565363" y="25186"/>
                  </a:cubicBezTo>
                  <a:close/>
                  <a:moveTo>
                    <a:pt x="565363" y="0"/>
                  </a:moveTo>
                  <a:cubicBezTo>
                    <a:pt x="877604" y="0"/>
                    <a:pt x="1130726" y="253121"/>
                    <a:pt x="1130726" y="565362"/>
                  </a:cubicBezTo>
                  <a:cubicBezTo>
                    <a:pt x="1130726" y="877603"/>
                    <a:pt x="877604" y="1130724"/>
                    <a:pt x="565363" y="1130724"/>
                  </a:cubicBezTo>
                  <a:cubicBezTo>
                    <a:pt x="253122" y="1130724"/>
                    <a:pt x="0" y="877603"/>
                    <a:pt x="0" y="565362"/>
                  </a:cubicBezTo>
                  <a:cubicBezTo>
                    <a:pt x="0" y="253121"/>
                    <a:pt x="253122" y="0"/>
                    <a:pt x="56536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0" name="Freeform 45">
              <a:extLst>
                <a:ext uri="{FF2B5EF4-FFF2-40B4-BE49-F238E27FC236}">
                  <a16:creationId xmlns:a16="http://schemas.microsoft.com/office/drawing/2014/main" id="{49F9C907-348C-4142-AB27-429B47D2A9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578" y="3552837"/>
              <a:ext cx="535422" cy="1124688"/>
            </a:xfrm>
            <a:custGeom>
              <a:avLst/>
              <a:gdLst>
                <a:gd name="connsiteX0" fmla="*/ 535422 w 535422"/>
                <a:gd name="connsiteY0" fmla="*/ 0 h 1124688"/>
                <a:gd name="connsiteX1" fmla="*/ 535422 w 535422"/>
                <a:gd name="connsiteY1" fmla="*/ 25186 h 1124688"/>
                <a:gd name="connsiteX2" fmla="*/ 456541 w 535422"/>
                <a:gd name="connsiteY2" fmla="*/ 33138 h 1124688"/>
                <a:gd name="connsiteX3" fmla="*/ 25399 w 535422"/>
                <a:gd name="connsiteY3" fmla="*/ 562131 h 1124688"/>
                <a:gd name="connsiteX4" fmla="*/ 456541 w 535422"/>
                <a:gd name="connsiteY4" fmla="*/ 1091124 h 1124688"/>
                <a:gd name="connsiteX5" fmla="*/ 535422 w 535422"/>
                <a:gd name="connsiteY5" fmla="*/ 1099076 h 1124688"/>
                <a:gd name="connsiteX6" fmla="*/ 535422 w 535422"/>
                <a:gd name="connsiteY6" fmla="*/ 1124688 h 1124688"/>
                <a:gd name="connsiteX7" fmla="*/ 451423 w 535422"/>
                <a:gd name="connsiteY7" fmla="*/ 1116220 h 1124688"/>
                <a:gd name="connsiteX8" fmla="*/ 0 w 535422"/>
                <a:gd name="connsiteY8" fmla="*/ 562344 h 1124688"/>
                <a:gd name="connsiteX9" fmla="*/ 451423 w 535422"/>
                <a:gd name="connsiteY9" fmla="*/ 8468 h 1124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5422" h="1124688">
                  <a:moveTo>
                    <a:pt x="535422" y="0"/>
                  </a:moveTo>
                  <a:lnTo>
                    <a:pt x="535422" y="25186"/>
                  </a:lnTo>
                  <a:lnTo>
                    <a:pt x="456541" y="33138"/>
                  </a:lnTo>
                  <a:cubicBezTo>
                    <a:pt x="210489" y="83488"/>
                    <a:pt x="25399" y="301195"/>
                    <a:pt x="25399" y="562131"/>
                  </a:cubicBezTo>
                  <a:cubicBezTo>
                    <a:pt x="25399" y="823068"/>
                    <a:pt x="210489" y="1040775"/>
                    <a:pt x="456541" y="1091124"/>
                  </a:cubicBezTo>
                  <a:lnTo>
                    <a:pt x="535422" y="1099076"/>
                  </a:lnTo>
                  <a:lnTo>
                    <a:pt x="535422" y="1124688"/>
                  </a:lnTo>
                  <a:lnTo>
                    <a:pt x="451423" y="1116220"/>
                  </a:lnTo>
                  <a:cubicBezTo>
                    <a:pt x="193797" y="1063502"/>
                    <a:pt x="0" y="835555"/>
                    <a:pt x="0" y="562344"/>
                  </a:cubicBezTo>
                  <a:cubicBezTo>
                    <a:pt x="0" y="289133"/>
                    <a:pt x="193797" y="61186"/>
                    <a:pt x="451423" y="846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1" name="Freeform 46">
              <a:extLst>
                <a:ext uri="{FF2B5EF4-FFF2-40B4-BE49-F238E27FC236}">
                  <a16:creationId xmlns:a16="http://schemas.microsoft.com/office/drawing/2014/main" id="{82917C11-77C6-A84B-A805-16EEAFB7A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642" y="6295916"/>
              <a:ext cx="535358" cy="562084"/>
            </a:xfrm>
            <a:custGeom>
              <a:avLst/>
              <a:gdLst>
                <a:gd name="connsiteX0" fmla="*/ 535358 w 535358"/>
                <a:gd name="connsiteY0" fmla="*/ 0 h 562084"/>
                <a:gd name="connsiteX1" fmla="*/ 535358 w 535358"/>
                <a:gd name="connsiteY1" fmla="*/ 25186 h 562084"/>
                <a:gd name="connsiteX2" fmla="*/ 469717 w 535358"/>
                <a:gd name="connsiteY2" fmla="*/ 30978 h 562084"/>
                <a:gd name="connsiteX3" fmla="*/ 36306 w 535358"/>
                <a:gd name="connsiteY3" fmla="*/ 453686 h 562084"/>
                <a:gd name="connsiteX4" fmla="*/ 25378 w 535358"/>
                <a:gd name="connsiteY4" fmla="*/ 562084 h 562084"/>
                <a:gd name="connsiteX5" fmla="*/ 0 w 535358"/>
                <a:gd name="connsiteY5" fmla="*/ 562084 h 562084"/>
                <a:gd name="connsiteX6" fmla="*/ 11423 w 535358"/>
                <a:gd name="connsiteY6" fmla="*/ 448780 h 562084"/>
                <a:gd name="connsiteX7" fmla="*/ 465221 w 535358"/>
                <a:gd name="connsiteY7" fmla="*/ 6189 h 562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5358" h="562084">
                  <a:moveTo>
                    <a:pt x="535358" y="0"/>
                  </a:moveTo>
                  <a:lnTo>
                    <a:pt x="535358" y="25186"/>
                  </a:lnTo>
                  <a:lnTo>
                    <a:pt x="469717" y="30978"/>
                  </a:lnTo>
                  <a:cubicBezTo>
                    <a:pt x="252550" y="69769"/>
                    <a:pt x="80361" y="238391"/>
                    <a:pt x="36306" y="453686"/>
                  </a:cubicBezTo>
                  <a:lnTo>
                    <a:pt x="25378" y="562084"/>
                  </a:lnTo>
                  <a:lnTo>
                    <a:pt x="0" y="562084"/>
                  </a:lnTo>
                  <a:lnTo>
                    <a:pt x="11423" y="448780"/>
                  </a:lnTo>
                  <a:cubicBezTo>
                    <a:pt x="57551" y="223357"/>
                    <a:pt x="237840" y="46805"/>
                    <a:pt x="465221" y="618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484219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7F2E4D6-EF46-1C43-8F3E-3620C3C83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A00BDF4-7643-A942-A588-F24E4E09AA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12" name="Freeform 32">
              <a:extLst>
                <a:ext uri="{FF2B5EF4-FFF2-40B4-BE49-F238E27FC236}">
                  <a16:creationId xmlns:a16="http://schemas.microsoft.com/office/drawing/2014/main" id="{90B25A21-16B9-8D47-928B-2367A0B8C0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Freeform 34">
              <a:extLst>
                <a:ext uri="{FF2B5EF4-FFF2-40B4-BE49-F238E27FC236}">
                  <a16:creationId xmlns:a16="http://schemas.microsoft.com/office/drawing/2014/main" id="{E5E64190-3AC0-0A48-9917-5FAE935A85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 47">
              <a:extLst>
                <a:ext uri="{FF2B5EF4-FFF2-40B4-BE49-F238E27FC236}">
                  <a16:creationId xmlns:a16="http://schemas.microsoft.com/office/drawing/2014/main" id="{AE71CDB8-B430-F14E-99C8-E6AAB8E21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 48">
              <a:extLst>
                <a:ext uri="{FF2B5EF4-FFF2-40B4-BE49-F238E27FC236}">
                  <a16:creationId xmlns:a16="http://schemas.microsoft.com/office/drawing/2014/main" id="{DCA37B0A-FCCC-7642-B70D-56AD500498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162780B-189B-15B8-755D-9E1EB7D32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4243" y="770890"/>
            <a:ext cx="6400999" cy="1268984"/>
          </a:xfrm>
        </p:spPr>
        <p:txBody>
          <a:bodyPr>
            <a:normAutofit/>
          </a:bodyPr>
          <a:lstStyle/>
          <a:p>
            <a:r>
              <a:rPr lang="en-US" dirty="0"/>
              <a:t>Responsiveness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878B86-F7E5-C19C-7AFB-177675011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4243" y="2160016"/>
            <a:ext cx="6400999" cy="3601212"/>
          </a:xfrm>
        </p:spPr>
        <p:txBody>
          <a:bodyPr>
            <a:normAutofit/>
          </a:bodyPr>
          <a:lstStyle/>
          <a:p>
            <a:r>
              <a:rPr lang="en-US" dirty="0"/>
              <a:t>Bootstrap used</a:t>
            </a:r>
          </a:p>
          <a:p>
            <a:r>
              <a:rPr lang="en-US" dirty="0"/>
              <a:t>Sizes defined using CSS</a:t>
            </a:r>
          </a:p>
          <a:p>
            <a:pPr marL="0" indent="0">
              <a:buNone/>
            </a:pPr>
            <a:r>
              <a:rPr lang="en-US" dirty="0"/>
              <a:t>(max-width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Desktops, tablets, mobiles</a:t>
            </a:r>
          </a:p>
        </p:txBody>
      </p:sp>
      <p:pic>
        <p:nvPicPr>
          <p:cNvPr id="5" name="Picture 4" descr="Graph on document with pen">
            <a:extLst>
              <a:ext uri="{FF2B5EF4-FFF2-40B4-BE49-F238E27FC236}">
                <a16:creationId xmlns:a16="http://schemas.microsoft.com/office/drawing/2014/main" id="{D8176065-D7E3-06EF-737D-2F09395421B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196" r="20473" b="-2"/>
          <a:stretch/>
        </p:blipFill>
        <p:spPr>
          <a:xfrm>
            <a:off x="20" y="1"/>
            <a:ext cx="4657325" cy="6857999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F3CF3DF-4809-5B42-9F22-981391379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24243" y="6087110"/>
            <a:ext cx="6400999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49637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7F2E4D6-EF46-1C43-8F3E-3620C3C83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A00BDF4-7643-A942-A588-F24E4E09AA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12" name="Freeform 32">
              <a:extLst>
                <a:ext uri="{FF2B5EF4-FFF2-40B4-BE49-F238E27FC236}">
                  <a16:creationId xmlns:a16="http://schemas.microsoft.com/office/drawing/2014/main" id="{90B25A21-16B9-8D47-928B-2367A0B8C0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Freeform 34">
              <a:extLst>
                <a:ext uri="{FF2B5EF4-FFF2-40B4-BE49-F238E27FC236}">
                  <a16:creationId xmlns:a16="http://schemas.microsoft.com/office/drawing/2014/main" id="{E5E64190-3AC0-0A48-9917-5FAE935A85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 47">
              <a:extLst>
                <a:ext uri="{FF2B5EF4-FFF2-40B4-BE49-F238E27FC236}">
                  <a16:creationId xmlns:a16="http://schemas.microsoft.com/office/drawing/2014/main" id="{AE71CDB8-B430-F14E-99C8-E6AAB8E21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 48">
              <a:extLst>
                <a:ext uri="{FF2B5EF4-FFF2-40B4-BE49-F238E27FC236}">
                  <a16:creationId xmlns:a16="http://schemas.microsoft.com/office/drawing/2014/main" id="{DCA37B0A-FCCC-7642-B70D-56AD500498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05A55F8-A6B8-75BA-2F1E-3067B1AF4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4243" y="770890"/>
            <a:ext cx="6400999" cy="1268984"/>
          </a:xfrm>
        </p:spPr>
        <p:txBody>
          <a:bodyPr>
            <a:normAutofit/>
          </a:bodyPr>
          <a:lstStyle/>
          <a:p>
            <a:r>
              <a:rPr lang="en-US" dirty="0"/>
              <a:t>The Future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F3AE52-2E72-8601-807A-73E3ED9F5C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4243" y="2160016"/>
            <a:ext cx="6400999" cy="3601212"/>
          </a:xfrm>
        </p:spPr>
        <p:txBody>
          <a:bodyPr>
            <a:normAutofit/>
          </a:bodyPr>
          <a:lstStyle/>
          <a:p>
            <a:r>
              <a:rPr lang="en-US" dirty="0"/>
              <a:t>Full scale project possible</a:t>
            </a:r>
          </a:p>
          <a:p>
            <a:r>
              <a:rPr lang="en-US" dirty="0"/>
              <a:t>Endless possibilities (Community features and much more)</a:t>
            </a:r>
          </a:p>
          <a:p>
            <a:r>
              <a:rPr lang="en-US" dirty="0"/>
              <a:t>With back-end development, it could become a proper website</a:t>
            </a:r>
          </a:p>
          <a:p>
            <a:endParaRPr lang="en-US" dirty="0"/>
          </a:p>
        </p:txBody>
      </p:sp>
      <p:pic>
        <p:nvPicPr>
          <p:cNvPr id="5" name="Picture 4" descr="Digital financial graph">
            <a:extLst>
              <a:ext uri="{FF2B5EF4-FFF2-40B4-BE49-F238E27FC236}">
                <a16:creationId xmlns:a16="http://schemas.microsoft.com/office/drawing/2014/main" id="{E89D70B8-F390-1A38-3D52-011AA3271AF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8543" r="23257"/>
          <a:stretch/>
        </p:blipFill>
        <p:spPr>
          <a:xfrm>
            <a:off x="20" y="1"/>
            <a:ext cx="4657325" cy="6857999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F3CF3DF-4809-5B42-9F22-981391379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24243" y="6087110"/>
            <a:ext cx="6400999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58080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C7F2E4D6-EF46-1C43-8F3E-3620C3C83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0EBDB1D-17AA-8140-B216-35CBA8C9E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45" name="Freeform 34">
              <a:extLst>
                <a:ext uri="{FF2B5EF4-FFF2-40B4-BE49-F238E27FC236}">
                  <a16:creationId xmlns:a16="http://schemas.microsoft.com/office/drawing/2014/main" id="{98E3FFBE-BCB2-4744-8CA3-BC11F11AD4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6" name="Freeform 36">
              <a:extLst>
                <a:ext uri="{FF2B5EF4-FFF2-40B4-BE49-F238E27FC236}">
                  <a16:creationId xmlns:a16="http://schemas.microsoft.com/office/drawing/2014/main" id="{BBD5B432-1551-644A-B937-54EFF42011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7" name="Freeform 38">
              <a:extLst>
                <a:ext uri="{FF2B5EF4-FFF2-40B4-BE49-F238E27FC236}">
                  <a16:creationId xmlns:a16="http://schemas.microsoft.com/office/drawing/2014/main" id="{BDCFB512-5A0E-0143-B5B7-6A965E100B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8" name="Freeform 50">
              <a:extLst>
                <a:ext uri="{FF2B5EF4-FFF2-40B4-BE49-F238E27FC236}">
                  <a16:creationId xmlns:a16="http://schemas.microsoft.com/office/drawing/2014/main" id="{EEDAA716-EDDF-5941-A55E-C12C893A39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E95C418-305C-2CDE-FBB0-4E63A56C0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3280" y="770890"/>
            <a:ext cx="4133560" cy="1268984"/>
          </a:xfrm>
        </p:spPr>
        <p:txBody>
          <a:bodyPr>
            <a:normAutofit/>
          </a:bodyPr>
          <a:lstStyle/>
          <a:p>
            <a:r>
              <a:rPr lang="en-US" dirty="0"/>
              <a:t>Thank you </a:t>
            </a:r>
          </a:p>
        </p:txBody>
      </p:sp>
      <p:sp>
        <p:nvSpPr>
          <p:cNvPr id="52" name="Content Placeholder 2">
            <a:extLst>
              <a:ext uri="{FF2B5EF4-FFF2-40B4-BE49-F238E27FC236}">
                <a16:creationId xmlns:a16="http://schemas.microsoft.com/office/drawing/2014/main" id="{2E8F4BC5-1251-0100-1EBE-3B12B24B31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93280" y="2160016"/>
            <a:ext cx="4133560" cy="3601212"/>
          </a:xfrm>
        </p:spPr>
        <p:txBody>
          <a:bodyPr>
            <a:normAutofit/>
          </a:bodyPr>
          <a:lstStyle/>
          <a:p>
            <a:r>
              <a:rPr lang="en-US" dirty="0"/>
              <a:t>A thank </a:t>
            </a:r>
            <a:r>
              <a:rPr lang="en-US"/>
              <a:t>you to the </a:t>
            </a:r>
            <a:r>
              <a:rPr lang="en-US" dirty="0"/>
              <a:t>ones behind this project</a:t>
            </a:r>
          </a:p>
          <a:p>
            <a:pPr marL="457200" indent="-457200">
              <a:buAutoNum type="arabicPeriod"/>
            </a:pPr>
            <a:r>
              <a:rPr lang="en-US" dirty="0"/>
              <a:t>Abdullah Ali</a:t>
            </a:r>
          </a:p>
          <a:p>
            <a:pPr marL="457200" indent="-457200">
              <a:buAutoNum type="arabicPeriod"/>
            </a:pPr>
            <a:r>
              <a:rPr lang="en-US" dirty="0"/>
              <a:t>Ayaan Faisal</a:t>
            </a:r>
          </a:p>
          <a:p>
            <a:pPr marL="457200" indent="-457200">
              <a:buAutoNum type="arabicPeriod"/>
            </a:pPr>
            <a:r>
              <a:rPr lang="en-US" dirty="0"/>
              <a:t>Ahmed Baloch</a:t>
            </a:r>
          </a:p>
          <a:p>
            <a:pPr marL="457200" indent="-457200">
              <a:buAutoNum type="arabicPeriod"/>
            </a:pPr>
            <a:r>
              <a:rPr lang="en-US" dirty="0"/>
              <a:t>Nashwa Karim</a:t>
            </a:r>
          </a:p>
          <a:p>
            <a:pPr marL="457200" indent="-457200">
              <a:buAutoNum type="arabicPeriod"/>
            </a:pPr>
            <a:r>
              <a:rPr lang="en-US" dirty="0"/>
              <a:t>Issa Sultan</a:t>
            </a:r>
          </a:p>
        </p:txBody>
      </p:sp>
      <p:pic>
        <p:nvPicPr>
          <p:cNvPr id="53" name="Picture 52" descr="Green flower clothing design">
            <a:extLst>
              <a:ext uri="{FF2B5EF4-FFF2-40B4-BE49-F238E27FC236}">
                <a16:creationId xmlns:a16="http://schemas.microsoft.com/office/drawing/2014/main" id="{BC4724AC-CC1A-3E26-A326-A986F92F24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23" r="41260"/>
          <a:stretch/>
        </p:blipFill>
        <p:spPr>
          <a:xfrm>
            <a:off x="20" y="1"/>
            <a:ext cx="6927143" cy="6857999"/>
          </a:xfrm>
          <a:prstGeom prst="rect">
            <a:avLst/>
          </a:prstGeom>
        </p:spPr>
      </p:pic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F3CF3DF-4809-5B42-9F22-981391379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493279" y="6087110"/>
            <a:ext cx="413356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432483"/>
      </p:ext>
    </p:extLst>
  </p:cSld>
  <p:clrMapOvr>
    <a:masterClrMapping/>
  </p:clrMapOvr>
</p:sld>
</file>

<file path=ppt/theme/theme1.xml><?xml version="1.0" encoding="utf-8"?>
<a:theme xmlns:a="http://schemas.openxmlformats.org/drawingml/2006/main" name="PunchcardVTI">
  <a:themeElements>
    <a:clrScheme name="AnalogousFromRegularSeedRightStep">
      <a:dk1>
        <a:srgbClr val="000000"/>
      </a:dk1>
      <a:lt1>
        <a:srgbClr val="FFFFFF"/>
      </a:lt1>
      <a:dk2>
        <a:srgbClr val="412B24"/>
      </a:dk2>
      <a:lt2>
        <a:srgbClr val="E2E7E8"/>
      </a:lt2>
      <a:accent1>
        <a:srgbClr val="CA6645"/>
      </a:accent1>
      <a:accent2>
        <a:srgbClr val="B98C34"/>
      </a:accent2>
      <a:accent3>
        <a:srgbClr val="A1AA3A"/>
      </a:accent3>
      <a:accent4>
        <a:srgbClr val="72B232"/>
      </a:accent4>
      <a:accent5>
        <a:srgbClr val="4AB93F"/>
      </a:accent5>
      <a:accent6>
        <a:srgbClr val="34B960"/>
      </a:accent6>
      <a:hlink>
        <a:srgbClr val="388CA8"/>
      </a:hlink>
      <a:folHlink>
        <a:srgbClr val="7F7F7F"/>
      </a:folHlink>
    </a:clrScheme>
    <a:fontScheme name="Punchcard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unchcardVTI" id="{C7262591-AF98-8F48-B56D-6342D2439B1A}" vid="{261D9F73-974A-B14E-9EAF-4871CCA60BB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168</Words>
  <Application>Microsoft Office PowerPoint</Application>
  <PresentationFormat>Widescreen</PresentationFormat>
  <Paragraphs>58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Neue Haas Grotesk Text Pro</vt:lpstr>
      <vt:lpstr>PunchcardVTI</vt:lpstr>
      <vt:lpstr>Academia Nest</vt:lpstr>
      <vt:lpstr>What is Academia Nest?</vt:lpstr>
      <vt:lpstr>Domain Choice</vt:lpstr>
      <vt:lpstr>The purpose</vt:lpstr>
      <vt:lpstr>Target </vt:lpstr>
      <vt:lpstr>Functionality</vt:lpstr>
      <vt:lpstr>Content offered</vt:lpstr>
      <vt:lpstr>The design</vt:lpstr>
      <vt:lpstr>Responsiveness</vt:lpstr>
      <vt:lpstr>The Future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Academia Nest</dc:title>
  <dc:creator>Abdullah Ali</dc:creator>
  <cp:lastModifiedBy>Abdullah Ali</cp:lastModifiedBy>
  <cp:revision>5</cp:revision>
  <dcterms:created xsi:type="dcterms:W3CDTF">2023-11-26T17:23:08Z</dcterms:created>
  <dcterms:modified xsi:type="dcterms:W3CDTF">2023-11-26T18:04:08Z</dcterms:modified>
</cp:coreProperties>
</file>